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8A3E0-486B-49DD-BC02-221CD511D64A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BF9E3-CCE2-4499-B663-E5B4358CD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0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BF9E3-CCE2-4499-B663-E5B4358CDDF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8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70120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7549807"/>
                </a:moveTo>
                <a:lnTo>
                  <a:pt x="1454574" y="7499987"/>
                </a:lnTo>
                <a:lnTo>
                  <a:pt x="1424269" y="7466847"/>
                </a:lnTo>
                <a:lnTo>
                  <a:pt x="1394232" y="7433460"/>
                </a:lnTo>
                <a:lnTo>
                  <a:pt x="1364464" y="7399827"/>
                </a:lnTo>
                <a:lnTo>
                  <a:pt x="1334968" y="7365950"/>
                </a:lnTo>
                <a:lnTo>
                  <a:pt x="1305745" y="7331831"/>
                </a:lnTo>
                <a:lnTo>
                  <a:pt x="1276796" y="7297471"/>
                </a:lnTo>
                <a:lnTo>
                  <a:pt x="1248124" y="7262872"/>
                </a:lnTo>
                <a:lnTo>
                  <a:pt x="1219731" y="7228036"/>
                </a:lnTo>
                <a:lnTo>
                  <a:pt x="1191617" y="7192964"/>
                </a:lnTo>
                <a:lnTo>
                  <a:pt x="1163784" y="7157659"/>
                </a:lnTo>
                <a:lnTo>
                  <a:pt x="1136235" y="7122121"/>
                </a:lnTo>
                <a:lnTo>
                  <a:pt x="1108970" y="7086353"/>
                </a:lnTo>
                <a:lnTo>
                  <a:pt x="1081993" y="7050356"/>
                </a:lnTo>
                <a:lnTo>
                  <a:pt x="1055303" y="7014132"/>
                </a:lnTo>
                <a:lnTo>
                  <a:pt x="1028904" y="6977683"/>
                </a:lnTo>
                <a:lnTo>
                  <a:pt x="1002797" y="6941010"/>
                </a:lnTo>
                <a:lnTo>
                  <a:pt x="976983" y="6904116"/>
                </a:lnTo>
                <a:lnTo>
                  <a:pt x="951464" y="6867001"/>
                </a:lnTo>
                <a:lnTo>
                  <a:pt x="926242" y="6829667"/>
                </a:lnTo>
                <a:lnTo>
                  <a:pt x="901318" y="6792117"/>
                </a:lnTo>
                <a:lnTo>
                  <a:pt x="876695" y="6754352"/>
                </a:lnTo>
                <a:lnTo>
                  <a:pt x="852374" y="6716373"/>
                </a:lnTo>
                <a:lnTo>
                  <a:pt x="828356" y="6678182"/>
                </a:lnTo>
                <a:lnTo>
                  <a:pt x="804644" y="6639782"/>
                </a:lnTo>
                <a:lnTo>
                  <a:pt x="781239" y="6601173"/>
                </a:lnTo>
                <a:lnTo>
                  <a:pt x="758143" y="6562358"/>
                </a:lnTo>
                <a:lnTo>
                  <a:pt x="735357" y="6523337"/>
                </a:lnTo>
                <a:lnTo>
                  <a:pt x="712884" y="6484114"/>
                </a:lnTo>
                <a:lnTo>
                  <a:pt x="690724" y="6444689"/>
                </a:lnTo>
                <a:lnTo>
                  <a:pt x="668880" y="6405064"/>
                </a:lnTo>
                <a:lnTo>
                  <a:pt x="647353" y="6365242"/>
                </a:lnTo>
                <a:lnTo>
                  <a:pt x="626145" y="6325222"/>
                </a:lnTo>
                <a:lnTo>
                  <a:pt x="605258" y="6285009"/>
                </a:lnTo>
                <a:lnTo>
                  <a:pt x="584694" y="6244602"/>
                </a:lnTo>
                <a:lnTo>
                  <a:pt x="564453" y="6204004"/>
                </a:lnTo>
                <a:lnTo>
                  <a:pt x="544538" y="6163216"/>
                </a:lnTo>
                <a:lnTo>
                  <a:pt x="524951" y="6122241"/>
                </a:lnTo>
                <a:lnTo>
                  <a:pt x="505693" y="6081079"/>
                </a:lnTo>
                <a:lnTo>
                  <a:pt x="486766" y="6039733"/>
                </a:lnTo>
                <a:lnTo>
                  <a:pt x="468172" y="5998204"/>
                </a:lnTo>
                <a:lnTo>
                  <a:pt x="449912" y="5956494"/>
                </a:lnTo>
                <a:lnTo>
                  <a:pt x="431988" y="5914605"/>
                </a:lnTo>
                <a:lnTo>
                  <a:pt x="414402" y="5872539"/>
                </a:lnTo>
                <a:lnTo>
                  <a:pt x="397155" y="5830296"/>
                </a:lnTo>
                <a:lnTo>
                  <a:pt x="380249" y="5787879"/>
                </a:lnTo>
                <a:lnTo>
                  <a:pt x="363687" y="5745289"/>
                </a:lnTo>
                <a:lnTo>
                  <a:pt x="347468" y="5702529"/>
                </a:lnTo>
                <a:lnTo>
                  <a:pt x="331596" y="5659600"/>
                </a:lnTo>
                <a:lnTo>
                  <a:pt x="316072" y="5616503"/>
                </a:lnTo>
                <a:lnTo>
                  <a:pt x="300898" y="5573240"/>
                </a:lnTo>
                <a:lnTo>
                  <a:pt x="286075" y="5529814"/>
                </a:lnTo>
                <a:lnTo>
                  <a:pt x="271605" y="5486225"/>
                </a:lnTo>
                <a:lnTo>
                  <a:pt x="257490" y="5442475"/>
                </a:lnTo>
                <a:lnTo>
                  <a:pt x="243732" y="5398567"/>
                </a:lnTo>
                <a:lnTo>
                  <a:pt x="230331" y="5354501"/>
                </a:lnTo>
                <a:lnTo>
                  <a:pt x="217291" y="5310280"/>
                </a:lnTo>
                <a:lnTo>
                  <a:pt x="204612" y="5265905"/>
                </a:lnTo>
                <a:lnTo>
                  <a:pt x="192296" y="5221379"/>
                </a:lnTo>
                <a:lnTo>
                  <a:pt x="180346" y="5176701"/>
                </a:lnTo>
                <a:lnTo>
                  <a:pt x="168762" y="5131875"/>
                </a:lnTo>
                <a:lnTo>
                  <a:pt x="157546" y="5086902"/>
                </a:lnTo>
                <a:lnTo>
                  <a:pt x="146701" y="5041784"/>
                </a:lnTo>
                <a:lnTo>
                  <a:pt x="136227" y="4996522"/>
                </a:lnTo>
                <a:lnTo>
                  <a:pt x="126127" y="4951119"/>
                </a:lnTo>
                <a:lnTo>
                  <a:pt x="116402" y="4905575"/>
                </a:lnTo>
                <a:lnTo>
                  <a:pt x="107054" y="4859893"/>
                </a:lnTo>
                <a:lnTo>
                  <a:pt x="98085" y="4814074"/>
                </a:lnTo>
                <a:lnTo>
                  <a:pt x="89496" y="4768119"/>
                </a:lnTo>
                <a:lnTo>
                  <a:pt x="81289" y="4722032"/>
                </a:lnTo>
                <a:lnTo>
                  <a:pt x="73466" y="4675813"/>
                </a:lnTo>
                <a:lnTo>
                  <a:pt x="66028" y="4629464"/>
                </a:lnTo>
                <a:lnTo>
                  <a:pt x="58977" y="4582987"/>
                </a:lnTo>
                <a:lnTo>
                  <a:pt x="52315" y="4536383"/>
                </a:lnTo>
                <a:lnTo>
                  <a:pt x="46044" y="4489654"/>
                </a:lnTo>
                <a:lnTo>
                  <a:pt x="40165" y="4442802"/>
                </a:lnTo>
                <a:lnTo>
                  <a:pt x="34680" y="4395829"/>
                </a:lnTo>
                <a:lnTo>
                  <a:pt x="29591" y="4348736"/>
                </a:lnTo>
                <a:lnTo>
                  <a:pt x="24899" y="4301525"/>
                </a:lnTo>
                <a:lnTo>
                  <a:pt x="20606" y="4254198"/>
                </a:lnTo>
                <a:lnTo>
                  <a:pt x="16714" y="4206756"/>
                </a:lnTo>
                <a:lnTo>
                  <a:pt x="13224" y="4159202"/>
                </a:lnTo>
                <a:lnTo>
                  <a:pt x="10138" y="4111536"/>
                </a:lnTo>
                <a:lnTo>
                  <a:pt x="7459" y="4063760"/>
                </a:lnTo>
                <a:lnTo>
                  <a:pt x="5187" y="4015877"/>
                </a:lnTo>
                <a:lnTo>
                  <a:pt x="3324" y="3967888"/>
                </a:lnTo>
                <a:lnTo>
                  <a:pt x="1872" y="3919794"/>
                </a:lnTo>
                <a:lnTo>
                  <a:pt x="833" y="3871597"/>
                </a:lnTo>
                <a:lnTo>
                  <a:pt x="208" y="3823300"/>
                </a:lnTo>
                <a:lnTo>
                  <a:pt x="0" y="3774903"/>
                </a:lnTo>
                <a:lnTo>
                  <a:pt x="208" y="3726507"/>
                </a:lnTo>
                <a:lnTo>
                  <a:pt x="833" y="3678209"/>
                </a:lnTo>
                <a:lnTo>
                  <a:pt x="1872" y="3630013"/>
                </a:lnTo>
                <a:lnTo>
                  <a:pt x="3324" y="3581919"/>
                </a:lnTo>
                <a:lnTo>
                  <a:pt x="5187" y="3533930"/>
                </a:lnTo>
                <a:lnTo>
                  <a:pt x="7459" y="3486046"/>
                </a:lnTo>
                <a:lnTo>
                  <a:pt x="10138" y="3438271"/>
                </a:lnTo>
                <a:lnTo>
                  <a:pt x="13224" y="3390605"/>
                </a:lnTo>
                <a:lnTo>
                  <a:pt x="16714" y="3343050"/>
                </a:lnTo>
                <a:lnTo>
                  <a:pt x="20606" y="3295608"/>
                </a:lnTo>
                <a:lnTo>
                  <a:pt x="24899" y="3248281"/>
                </a:lnTo>
                <a:lnTo>
                  <a:pt x="29591" y="3201070"/>
                </a:lnTo>
                <a:lnTo>
                  <a:pt x="34680" y="3153977"/>
                </a:lnTo>
                <a:lnTo>
                  <a:pt x="40165" y="3107004"/>
                </a:lnTo>
                <a:lnTo>
                  <a:pt x="46044" y="3060152"/>
                </a:lnTo>
                <a:lnTo>
                  <a:pt x="52315" y="3013424"/>
                </a:lnTo>
                <a:lnTo>
                  <a:pt x="58977" y="2966820"/>
                </a:lnTo>
                <a:lnTo>
                  <a:pt x="66028" y="2920343"/>
                </a:lnTo>
                <a:lnTo>
                  <a:pt x="73466" y="2873994"/>
                </a:lnTo>
                <a:lnTo>
                  <a:pt x="81289" y="2827775"/>
                </a:lnTo>
                <a:lnTo>
                  <a:pt x="89496" y="2781687"/>
                </a:lnTo>
                <a:lnTo>
                  <a:pt x="98085" y="2735733"/>
                </a:lnTo>
                <a:lnTo>
                  <a:pt x="107054" y="2689914"/>
                </a:lnTo>
                <a:lnTo>
                  <a:pt x="116402" y="2644232"/>
                </a:lnTo>
                <a:lnTo>
                  <a:pt x="126127" y="2598688"/>
                </a:lnTo>
                <a:lnTo>
                  <a:pt x="136227" y="2553284"/>
                </a:lnTo>
                <a:lnTo>
                  <a:pt x="146701" y="2508023"/>
                </a:lnTo>
                <a:lnTo>
                  <a:pt x="157546" y="2462904"/>
                </a:lnTo>
                <a:lnTo>
                  <a:pt x="168762" y="2417931"/>
                </a:lnTo>
                <a:lnTo>
                  <a:pt x="180346" y="2373105"/>
                </a:lnTo>
                <a:lnTo>
                  <a:pt x="192296" y="2328428"/>
                </a:lnTo>
                <a:lnTo>
                  <a:pt x="204612" y="2283901"/>
                </a:lnTo>
                <a:lnTo>
                  <a:pt x="217291" y="2239526"/>
                </a:lnTo>
                <a:lnTo>
                  <a:pt x="230331" y="2195305"/>
                </a:lnTo>
                <a:lnTo>
                  <a:pt x="243732" y="2151240"/>
                </a:lnTo>
                <a:lnTo>
                  <a:pt x="257490" y="2107331"/>
                </a:lnTo>
                <a:lnTo>
                  <a:pt x="271605" y="2063582"/>
                </a:lnTo>
                <a:lnTo>
                  <a:pt x="286075" y="2019993"/>
                </a:lnTo>
                <a:lnTo>
                  <a:pt x="300898" y="1976567"/>
                </a:lnTo>
                <a:lnTo>
                  <a:pt x="316072" y="1933304"/>
                </a:lnTo>
                <a:lnTo>
                  <a:pt x="331596" y="1890207"/>
                </a:lnTo>
                <a:lnTo>
                  <a:pt x="347468" y="1847278"/>
                </a:lnTo>
                <a:lnTo>
                  <a:pt x="363687" y="1804517"/>
                </a:lnTo>
                <a:lnTo>
                  <a:pt x="380249" y="1761928"/>
                </a:lnTo>
                <a:lnTo>
                  <a:pt x="397155" y="1719511"/>
                </a:lnTo>
                <a:lnTo>
                  <a:pt x="414402" y="1677268"/>
                </a:lnTo>
                <a:lnTo>
                  <a:pt x="431988" y="1635201"/>
                </a:lnTo>
                <a:lnTo>
                  <a:pt x="449912" y="1593312"/>
                </a:lnTo>
                <a:lnTo>
                  <a:pt x="468172" y="1551602"/>
                </a:lnTo>
                <a:lnTo>
                  <a:pt x="486766" y="1510074"/>
                </a:lnTo>
                <a:lnTo>
                  <a:pt x="505693" y="1468728"/>
                </a:lnTo>
                <a:lnTo>
                  <a:pt x="524951" y="1427566"/>
                </a:lnTo>
                <a:lnTo>
                  <a:pt x="544538" y="1386591"/>
                </a:lnTo>
                <a:lnTo>
                  <a:pt x="564453" y="1345803"/>
                </a:lnTo>
                <a:lnTo>
                  <a:pt x="584694" y="1305205"/>
                </a:lnTo>
                <a:lnTo>
                  <a:pt x="605258" y="1264798"/>
                </a:lnTo>
                <a:lnTo>
                  <a:pt x="626145" y="1224584"/>
                </a:lnTo>
                <a:lnTo>
                  <a:pt x="647353" y="1184565"/>
                </a:lnTo>
                <a:lnTo>
                  <a:pt x="668880" y="1144742"/>
                </a:lnTo>
                <a:lnTo>
                  <a:pt x="690724" y="1105118"/>
                </a:lnTo>
                <a:lnTo>
                  <a:pt x="712884" y="1065693"/>
                </a:lnTo>
                <a:lnTo>
                  <a:pt x="735357" y="1026469"/>
                </a:lnTo>
                <a:lnTo>
                  <a:pt x="758143" y="987449"/>
                </a:lnTo>
                <a:lnTo>
                  <a:pt x="781239" y="948634"/>
                </a:lnTo>
                <a:lnTo>
                  <a:pt x="804644" y="910025"/>
                </a:lnTo>
                <a:lnTo>
                  <a:pt x="828356" y="871624"/>
                </a:lnTo>
                <a:lnTo>
                  <a:pt x="852374" y="833434"/>
                </a:lnTo>
                <a:lnTo>
                  <a:pt x="876695" y="795455"/>
                </a:lnTo>
                <a:lnTo>
                  <a:pt x="901318" y="757690"/>
                </a:lnTo>
                <a:lnTo>
                  <a:pt x="926242" y="720139"/>
                </a:lnTo>
                <a:lnTo>
                  <a:pt x="951464" y="682806"/>
                </a:lnTo>
                <a:lnTo>
                  <a:pt x="976983" y="645691"/>
                </a:lnTo>
                <a:lnTo>
                  <a:pt x="1002797" y="608796"/>
                </a:lnTo>
                <a:lnTo>
                  <a:pt x="1028904" y="572124"/>
                </a:lnTo>
                <a:lnTo>
                  <a:pt x="1055303" y="535674"/>
                </a:lnTo>
                <a:lnTo>
                  <a:pt x="1081993" y="499450"/>
                </a:lnTo>
                <a:lnTo>
                  <a:pt x="1108970" y="463454"/>
                </a:lnTo>
                <a:lnTo>
                  <a:pt x="1136235" y="427686"/>
                </a:lnTo>
                <a:lnTo>
                  <a:pt x="1163784" y="392148"/>
                </a:lnTo>
                <a:lnTo>
                  <a:pt x="1191617" y="356842"/>
                </a:lnTo>
                <a:lnTo>
                  <a:pt x="1219731" y="321771"/>
                </a:lnTo>
                <a:lnTo>
                  <a:pt x="1248124" y="286935"/>
                </a:lnTo>
                <a:lnTo>
                  <a:pt x="1276796" y="252336"/>
                </a:lnTo>
                <a:lnTo>
                  <a:pt x="1305745" y="217976"/>
                </a:lnTo>
                <a:lnTo>
                  <a:pt x="1334968" y="183857"/>
                </a:lnTo>
                <a:lnTo>
                  <a:pt x="1364464" y="149980"/>
                </a:lnTo>
                <a:lnTo>
                  <a:pt x="1394232" y="116347"/>
                </a:lnTo>
                <a:lnTo>
                  <a:pt x="1424269" y="82960"/>
                </a:lnTo>
                <a:lnTo>
                  <a:pt x="1454574" y="49820"/>
                </a:lnTo>
                <a:lnTo>
                  <a:pt x="1485145" y="16930"/>
                </a:lnTo>
                <a:lnTo>
                  <a:pt x="1501140" y="0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2538" y="302209"/>
            <a:ext cx="11126469" cy="8095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87067" y="2383612"/>
            <a:ext cx="10198735" cy="3498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6457" y="0"/>
            <a:ext cx="4652010" cy="1363980"/>
          </a:xfrm>
          <a:custGeom>
            <a:avLst/>
            <a:gdLst/>
            <a:ahLst/>
            <a:cxnLst/>
            <a:rect l="l" t="t" r="r" b="b"/>
            <a:pathLst>
              <a:path w="4652009" h="1363980">
                <a:moveTo>
                  <a:pt x="4651543" y="1268136"/>
                </a:moveTo>
                <a:lnTo>
                  <a:pt x="4571495" y="1282690"/>
                </a:lnTo>
                <a:lnTo>
                  <a:pt x="4525276" y="1290513"/>
                </a:lnTo>
                <a:lnTo>
                  <a:pt x="4478927" y="1297951"/>
                </a:lnTo>
                <a:lnTo>
                  <a:pt x="4432450" y="1305002"/>
                </a:lnTo>
                <a:lnTo>
                  <a:pt x="4385846" y="1311664"/>
                </a:lnTo>
                <a:lnTo>
                  <a:pt x="4339117" y="1317935"/>
                </a:lnTo>
                <a:lnTo>
                  <a:pt x="4292266" y="1323814"/>
                </a:lnTo>
                <a:lnTo>
                  <a:pt x="4245293" y="1329299"/>
                </a:lnTo>
                <a:lnTo>
                  <a:pt x="4198200" y="1334388"/>
                </a:lnTo>
                <a:lnTo>
                  <a:pt x="4150989" y="1339080"/>
                </a:lnTo>
                <a:lnTo>
                  <a:pt x="4103661" y="1343373"/>
                </a:lnTo>
                <a:lnTo>
                  <a:pt x="4056220" y="1347265"/>
                </a:lnTo>
                <a:lnTo>
                  <a:pt x="4008665" y="1350755"/>
                </a:lnTo>
                <a:lnTo>
                  <a:pt x="3960999" y="1353841"/>
                </a:lnTo>
                <a:lnTo>
                  <a:pt x="3913223" y="1356520"/>
                </a:lnTo>
                <a:lnTo>
                  <a:pt x="3865340" y="1358792"/>
                </a:lnTo>
                <a:lnTo>
                  <a:pt x="3817351" y="1360655"/>
                </a:lnTo>
                <a:lnTo>
                  <a:pt x="3769257" y="1362107"/>
                </a:lnTo>
                <a:lnTo>
                  <a:pt x="3721061" y="1363146"/>
                </a:lnTo>
                <a:lnTo>
                  <a:pt x="3672763" y="1363771"/>
                </a:lnTo>
                <a:lnTo>
                  <a:pt x="3624367" y="1363979"/>
                </a:lnTo>
                <a:lnTo>
                  <a:pt x="3575970" y="1363771"/>
                </a:lnTo>
                <a:lnTo>
                  <a:pt x="3527672" y="1363146"/>
                </a:lnTo>
                <a:lnTo>
                  <a:pt x="3479476" y="1362107"/>
                </a:lnTo>
                <a:lnTo>
                  <a:pt x="3431382" y="1360655"/>
                </a:lnTo>
                <a:lnTo>
                  <a:pt x="3383393" y="1358792"/>
                </a:lnTo>
                <a:lnTo>
                  <a:pt x="3335510" y="1356520"/>
                </a:lnTo>
                <a:lnTo>
                  <a:pt x="3287734" y="1353841"/>
                </a:lnTo>
                <a:lnTo>
                  <a:pt x="3240068" y="1350755"/>
                </a:lnTo>
                <a:lnTo>
                  <a:pt x="3192514" y="1347265"/>
                </a:lnTo>
                <a:lnTo>
                  <a:pt x="3145072" y="1343373"/>
                </a:lnTo>
                <a:lnTo>
                  <a:pt x="3097744" y="1339080"/>
                </a:lnTo>
                <a:lnTo>
                  <a:pt x="3050534" y="1334388"/>
                </a:lnTo>
                <a:lnTo>
                  <a:pt x="3003441" y="1329299"/>
                </a:lnTo>
                <a:lnTo>
                  <a:pt x="2956467" y="1323814"/>
                </a:lnTo>
                <a:lnTo>
                  <a:pt x="2909616" y="1317935"/>
                </a:lnTo>
                <a:lnTo>
                  <a:pt x="2862887" y="1311664"/>
                </a:lnTo>
                <a:lnTo>
                  <a:pt x="2816283" y="1305002"/>
                </a:lnTo>
                <a:lnTo>
                  <a:pt x="2769806" y="1297951"/>
                </a:lnTo>
                <a:lnTo>
                  <a:pt x="2723457" y="1290513"/>
                </a:lnTo>
                <a:lnTo>
                  <a:pt x="2677238" y="1282690"/>
                </a:lnTo>
                <a:lnTo>
                  <a:pt x="2631151" y="1274483"/>
                </a:lnTo>
                <a:lnTo>
                  <a:pt x="2585196" y="1265894"/>
                </a:lnTo>
                <a:lnTo>
                  <a:pt x="2539377" y="1256925"/>
                </a:lnTo>
                <a:lnTo>
                  <a:pt x="2493695" y="1247577"/>
                </a:lnTo>
                <a:lnTo>
                  <a:pt x="2448151" y="1237852"/>
                </a:lnTo>
                <a:lnTo>
                  <a:pt x="2402748" y="1227752"/>
                </a:lnTo>
                <a:lnTo>
                  <a:pt x="2357486" y="1217278"/>
                </a:lnTo>
                <a:lnTo>
                  <a:pt x="2312368" y="1206433"/>
                </a:lnTo>
                <a:lnTo>
                  <a:pt x="2267395" y="1195217"/>
                </a:lnTo>
                <a:lnTo>
                  <a:pt x="2222569" y="1183633"/>
                </a:lnTo>
                <a:lnTo>
                  <a:pt x="2177891" y="1171683"/>
                </a:lnTo>
                <a:lnTo>
                  <a:pt x="2133364" y="1159367"/>
                </a:lnTo>
                <a:lnTo>
                  <a:pt x="2088990" y="1146688"/>
                </a:lnTo>
                <a:lnTo>
                  <a:pt x="2044769" y="1133648"/>
                </a:lnTo>
                <a:lnTo>
                  <a:pt x="2000703" y="1120247"/>
                </a:lnTo>
                <a:lnTo>
                  <a:pt x="1956795" y="1106489"/>
                </a:lnTo>
                <a:lnTo>
                  <a:pt x="1913045" y="1092374"/>
                </a:lnTo>
                <a:lnTo>
                  <a:pt x="1869456" y="1077904"/>
                </a:lnTo>
                <a:lnTo>
                  <a:pt x="1826030" y="1063081"/>
                </a:lnTo>
                <a:lnTo>
                  <a:pt x="1782767" y="1047907"/>
                </a:lnTo>
                <a:lnTo>
                  <a:pt x="1739670" y="1032383"/>
                </a:lnTo>
                <a:lnTo>
                  <a:pt x="1696741" y="1016511"/>
                </a:lnTo>
                <a:lnTo>
                  <a:pt x="1653981" y="1000292"/>
                </a:lnTo>
                <a:lnTo>
                  <a:pt x="1611391" y="983730"/>
                </a:lnTo>
                <a:lnTo>
                  <a:pt x="1568974" y="966824"/>
                </a:lnTo>
                <a:lnTo>
                  <a:pt x="1526731" y="949577"/>
                </a:lnTo>
                <a:lnTo>
                  <a:pt x="1484665" y="931991"/>
                </a:lnTo>
                <a:lnTo>
                  <a:pt x="1442775" y="914067"/>
                </a:lnTo>
                <a:lnTo>
                  <a:pt x="1401066" y="895807"/>
                </a:lnTo>
                <a:lnTo>
                  <a:pt x="1359537" y="877213"/>
                </a:lnTo>
                <a:lnTo>
                  <a:pt x="1318191" y="858286"/>
                </a:lnTo>
                <a:lnTo>
                  <a:pt x="1277029" y="839028"/>
                </a:lnTo>
                <a:lnTo>
                  <a:pt x="1236054" y="819441"/>
                </a:lnTo>
                <a:lnTo>
                  <a:pt x="1195266" y="799526"/>
                </a:lnTo>
                <a:lnTo>
                  <a:pt x="1154668" y="779285"/>
                </a:lnTo>
                <a:lnTo>
                  <a:pt x="1114261" y="758721"/>
                </a:lnTo>
                <a:lnTo>
                  <a:pt x="1074048" y="737834"/>
                </a:lnTo>
                <a:lnTo>
                  <a:pt x="1034028" y="716626"/>
                </a:lnTo>
                <a:lnTo>
                  <a:pt x="994206" y="695099"/>
                </a:lnTo>
                <a:lnTo>
                  <a:pt x="954581" y="673255"/>
                </a:lnTo>
                <a:lnTo>
                  <a:pt x="915156" y="651095"/>
                </a:lnTo>
                <a:lnTo>
                  <a:pt x="875933" y="628622"/>
                </a:lnTo>
                <a:lnTo>
                  <a:pt x="836912" y="605836"/>
                </a:lnTo>
                <a:lnTo>
                  <a:pt x="798097" y="582740"/>
                </a:lnTo>
                <a:lnTo>
                  <a:pt x="759488" y="559335"/>
                </a:lnTo>
                <a:lnTo>
                  <a:pt x="721088" y="535623"/>
                </a:lnTo>
                <a:lnTo>
                  <a:pt x="682897" y="511605"/>
                </a:lnTo>
                <a:lnTo>
                  <a:pt x="644918" y="487284"/>
                </a:lnTo>
                <a:lnTo>
                  <a:pt x="607153" y="462661"/>
                </a:lnTo>
                <a:lnTo>
                  <a:pt x="569603" y="437737"/>
                </a:lnTo>
                <a:lnTo>
                  <a:pt x="532269" y="412515"/>
                </a:lnTo>
                <a:lnTo>
                  <a:pt x="495154" y="386996"/>
                </a:lnTo>
                <a:lnTo>
                  <a:pt x="458260" y="361182"/>
                </a:lnTo>
                <a:lnTo>
                  <a:pt x="421587" y="335075"/>
                </a:lnTo>
                <a:lnTo>
                  <a:pt x="385138" y="308676"/>
                </a:lnTo>
                <a:lnTo>
                  <a:pt x="348914" y="281986"/>
                </a:lnTo>
                <a:lnTo>
                  <a:pt x="312917" y="255009"/>
                </a:lnTo>
                <a:lnTo>
                  <a:pt x="277149" y="227744"/>
                </a:lnTo>
                <a:lnTo>
                  <a:pt x="241611" y="200195"/>
                </a:lnTo>
                <a:lnTo>
                  <a:pt x="206306" y="172362"/>
                </a:lnTo>
                <a:lnTo>
                  <a:pt x="171234" y="144248"/>
                </a:lnTo>
                <a:lnTo>
                  <a:pt x="136398" y="115855"/>
                </a:lnTo>
                <a:lnTo>
                  <a:pt x="101799" y="87183"/>
                </a:lnTo>
                <a:lnTo>
                  <a:pt x="67439" y="58234"/>
                </a:lnTo>
                <a:lnTo>
                  <a:pt x="33320" y="29011"/>
                </a:lnTo>
                <a:lnTo>
                  <a:pt x="0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08470"/>
            <a:ext cx="1031875" cy="6412865"/>
          </a:xfrm>
          <a:custGeom>
            <a:avLst/>
            <a:gdLst/>
            <a:ahLst/>
            <a:cxnLst/>
            <a:rect l="l" t="t" r="r" b="b"/>
            <a:pathLst>
              <a:path w="1031875" h="6412865">
                <a:moveTo>
                  <a:pt x="0" y="0"/>
                </a:moveTo>
                <a:lnTo>
                  <a:pt x="28685" y="40222"/>
                </a:lnTo>
                <a:lnTo>
                  <a:pt x="54506" y="77116"/>
                </a:lnTo>
                <a:lnTo>
                  <a:pt x="80032" y="114231"/>
                </a:lnTo>
                <a:lnTo>
                  <a:pt x="105261" y="151565"/>
                </a:lnTo>
                <a:lnTo>
                  <a:pt x="130191" y="189115"/>
                </a:lnTo>
                <a:lnTo>
                  <a:pt x="154821" y="226880"/>
                </a:lnTo>
                <a:lnTo>
                  <a:pt x="179148" y="264859"/>
                </a:lnTo>
                <a:lnTo>
                  <a:pt x="203172" y="303050"/>
                </a:lnTo>
                <a:lnTo>
                  <a:pt x="226891" y="341450"/>
                </a:lnTo>
                <a:lnTo>
                  <a:pt x="250302" y="380059"/>
                </a:lnTo>
                <a:lnTo>
                  <a:pt x="273405" y="418874"/>
                </a:lnTo>
                <a:lnTo>
                  <a:pt x="296196" y="457895"/>
                </a:lnTo>
                <a:lnTo>
                  <a:pt x="318676" y="497118"/>
                </a:lnTo>
                <a:lnTo>
                  <a:pt x="340841" y="536543"/>
                </a:lnTo>
                <a:lnTo>
                  <a:pt x="362691" y="576168"/>
                </a:lnTo>
                <a:lnTo>
                  <a:pt x="384224" y="615990"/>
                </a:lnTo>
                <a:lnTo>
                  <a:pt x="405437" y="656010"/>
                </a:lnTo>
                <a:lnTo>
                  <a:pt x="426330" y="696223"/>
                </a:lnTo>
                <a:lnTo>
                  <a:pt x="446900" y="736630"/>
                </a:lnTo>
                <a:lnTo>
                  <a:pt x="467146" y="777228"/>
                </a:lnTo>
                <a:lnTo>
                  <a:pt x="487066" y="818016"/>
                </a:lnTo>
                <a:lnTo>
                  <a:pt x="506658" y="858991"/>
                </a:lnTo>
                <a:lnTo>
                  <a:pt x="525921" y="900153"/>
                </a:lnTo>
                <a:lnTo>
                  <a:pt x="544853" y="941499"/>
                </a:lnTo>
                <a:lnTo>
                  <a:pt x="563452" y="983028"/>
                </a:lnTo>
                <a:lnTo>
                  <a:pt x="581717" y="1024738"/>
                </a:lnTo>
                <a:lnTo>
                  <a:pt x="599646" y="1066627"/>
                </a:lnTo>
                <a:lnTo>
                  <a:pt x="617237" y="1108694"/>
                </a:lnTo>
                <a:lnTo>
                  <a:pt x="634488" y="1150936"/>
                </a:lnTo>
                <a:lnTo>
                  <a:pt x="651398" y="1193353"/>
                </a:lnTo>
                <a:lnTo>
                  <a:pt x="667965" y="1235943"/>
                </a:lnTo>
                <a:lnTo>
                  <a:pt x="684188" y="1278703"/>
                </a:lnTo>
                <a:lnTo>
                  <a:pt x="700064" y="1321632"/>
                </a:lnTo>
                <a:lnTo>
                  <a:pt x="715592" y="1364729"/>
                </a:lnTo>
                <a:lnTo>
                  <a:pt x="730770" y="1407992"/>
                </a:lnTo>
                <a:lnTo>
                  <a:pt x="745597" y="1451418"/>
                </a:lnTo>
                <a:lnTo>
                  <a:pt x="760071" y="1495007"/>
                </a:lnTo>
                <a:lnTo>
                  <a:pt x="774190" y="1538757"/>
                </a:lnTo>
                <a:lnTo>
                  <a:pt x="787952" y="1582665"/>
                </a:lnTo>
                <a:lnTo>
                  <a:pt x="801356" y="1626731"/>
                </a:lnTo>
                <a:lnTo>
                  <a:pt x="814400" y="1670952"/>
                </a:lnTo>
                <a:lnTo>
                  <a:pt x="827082" y="1715327"/>
                </a:lnTo>
                <a:lnTo>
                  <a:pt x="839401" y="1759853"/>
                </a:lnTo>
                <a:lnTo>
                  <a:pt x="851355" y="1804531"/>
                </a:lnTo>
                <a:lnTo>
                  <a:pt x="862941" y="1849357"/>
                </a:lnTo>
                <a:lnTo>
                  <a:pt x="874160" y="1894330"/>
                </a:lnTo>
                <a:lnTo>
                  <a:pt x="885008" y="1939448"/>
                </a:lnTo>
                <a:lnTo>
                  <a:pt x="895485" y="1984710"/>
                </a:lnTo>
                <a:lnTo>
                  <a:pt x="905587" y="2030113"/>
                </a:lnTo>
                <a:lnTo>
                  <a:pt x="915315" y="2075657"/>
                </a:lnTo>
                <a:lnTo>
                  <a:pt x="924665" y="2121339"/>
                </a:lnTo>
                <a:lnTo>
                  <a:pt x="933637" y="2167159"/>
                </a:lnTo>
                <a:lnTo>
                  <a:pt x="942228" y="2213113"/>
                </a:lnTo>
                <a:lnTo>
                  <a:pt x="950437" y="2259200"/>
                </a:lnTo>
                <a:lnTo>
                  <a:pt x="958262" y="2305419"/>
                </a:lnTo>
                <a:lnTo>
                  <a:pt x="965702" y="2351768"/>
                </a:lnTo>
                <a:lnTo>
                  <a:pt x="972755" y="2398245"/>
                </a:lnTo>
                <a:lnTo>
                  <a:pt x="979418" y="2444849"/>
                </a:lnTo>
                <a:lnTo>
                  <a:pt x="985691" y="2491578"/>
                </a:lnTo>
                <a:lnTo>
                  <a:pt x="991571" y="2538430"/>
                </a:lnTo>
                <a:lnTo>
                  <a:pt x="997058" y="2585403"/>
                </a:lnTo>
                <a:lnTo>
                  <a:pt x="1002149" y="2632496"/>
                </a:lnTo>
                <a:lnTo>
                  <a:pt x="1006842" y="2679707"/>
                </a:lnTo>
                <a:lnTo>
                  <a:pt x="1011136" y="2727034"/>
                </a:lnTo>
                <a:lnTo>
                  <a:pt x="1015029" y="2774476"/>
                </a:lnTo>
                <a:lnTo>
                  <a:pt x="1018520" y="2822030"/>
                </a:lnTo>
                <a:lnTo>
                  <a:pt x="1021606" y="2869696"/>
                </a:lnTo>
                <a:lnTo>
                  <a:pt x="1024286" y="2917472"/>
                </a:lnTo>
                <a:lnTo>
                  <a:pt x="1026559" y="2965355"/>
                </a:lnTo>
                <a:lnTo>
                  <a:pt x="1028422" y="3013344"/>
                </a:lnTo>
                <a:lnTo>
                  <a:pt x="1029875" y="3061438"/>
                </a:lnTo>
                <a:lnTo>
                  <a:pt x="1030914" y="3109635"/>
                </a:lnTo>
                <a:lnTo>
                  <a:pt x="1031539" y="3157932"/>
                </a:lnTo>
                <a:lnTo>
                  <a:pt x="1031747" y="3206329"/>
                </a:lnTo>
                <a:lnTo>
                  <a:pt x="1031539" y="3254725"/>
                </a:lnTo>
                <a:lnTo>
                  <a:pt x="1030914" y="3303023"/>
                </a:lnTo>
                <a:lnTo>
                  <a:pt x="1029875" y="3351219"/>
                </a:lnTo>
                <a:lnTo>
                  <a:pt x="1028422" y="3399313"/>
                </a:lnTo>
                <a:lnTo>
                  <a:pt x="1026559" y="3447302"/>
                </a:lnTo>
                <a:lnTo>
                  <a:pt x="1024286" y="3495186"/>
                </a:lnTo>
                <a:lnTo>
                  <a:pt x="1021606" y="3542961"/>
                </a:lnTo>
                <a:lnTo>
                  <a:pt x="1018520" y="3590627"/>
                </a:lnTo>
                <a:lnTo>
                  <a:pt x="1015029" y="3638182"/>
                </a:lnTo>
                <a:lnTo>
                  <a:pt x="1011136" y="3685624"/>
                </a:lnTo>
                <a:lnTo>
                  <a:pt x="1006842" y="3732951"/>
                </a:lnTo>
                <a:lnTo>
                  <a:pt x="1002149" y="3780162"/>
                </a:lnTo>
                <a:lnTo>
                  <a:pt x="997058" y="3827255"/>
                </a:lnTo>
                <a:lnTo>
                  <a:pt x="991571" y="3874228"/>
                </a:lnTo>
                <a:lnTo>
                  <a:pt x="985691" y="3921080"/>
                </a:lnTo>
                <a:lnTo>
                  <a:pt x="979418" y="3967808"/>
                </a:lnTo>
                <a:lnTo>
                  <a:pt x="972755" y="4014412"/>
                </a:lnTo>
                <a:lnTo>
                  <a:pt x="965702" y="4060889"/>
                </a:lnTo>
                <a:lnTo>
                  <a:pt x="958262" y="4107238"/>
                </a:lnTo>
                <a:lnTo>
                  <a:pt x="950437" y="4153457"/>
                </a:lnTo>
                <a:lnTo>
                  <a:pt x="942228" y="4199545"/>
                </a:lnTo>
                <a:lnTo>
                  <a:pt x="933637" y="4245499"/>
                </a:lnTo>
                <a:lnTo>
                  <a:pt x="924665" y="4291318"/>
                </a:lnTo>
                <a:lnTo>
                  <a:pt x="915315" y="4337000"/>
                </a:lnTo>
                <a:lnTo>
                  <a:pt x="905587" y="4382544"/>
                </a:lnTo>
                <a:lnTo>
                  <a:pt x="895485" y="4427948"/>
                </a:lnTo>
                <a:lnTo>
                  <a:pt x="885008" y="4473209"/>
                </a:lnTo>
                <a:lnTo>
                  <a:pt x="874160" y="4518328"/>
                </a:lnTo>
                <a:lnTo>
                  <a:pt x="862941" y="4563301"/>
                </a:lnTo>
                <a:lnTo>
                  <a:pt x="851355" y="4608127"/>
                </a:lnTo>
                <a:lnTo>
                  <a:pt x="839401" y="4652804"/>
                </a:lnTo>
                <a:lnTo>
                  <a:pt x="827082" y="4697331"/>
                </a:lnTo>
                <a:lnTo>
                  <a:pt x="814400" y="4741706"/>
                </a:lnTo>
                <a:lnTo>
                  <a:pt x="801356" y="4785927"/>
                </a:lnTo>
                <a:lnTo>
                  <a:pt x="787952" y="4829992"/>
                </a:lnTo>
                <a:lnTo>
                  <a:pt x="774190" y="4873901"/>
                </a:lnTo>
                <a:lnTo>
                  <a:pt x="760071" y="4917650"/>
                </a:lnTo>
                <a:lnTo>
                  <a:pt x="745597" y="4961239"/>
                </a:lnTo>
                <a:lnTo>
                  <a:pt x="730770" y="5004666"/>
                </a:lnTo>
                <a:lnTo>
                  <a:pt x="715592" y="5047928"/>
                </a:lnTo>
                <a:lnTo>
                  <a:pt x="700064" y="5091025"/>
                </a:lnTo>
                <a:lnTo>
                  <a:pt x="684188" y="5133954"/>
                </a:lnTo>
                <a:lnTo>
                  <a:pt x="667965" y="5176715"/>
                </a:lnTo>
                <a:lnTo>
                  <a:pt x="651398" y="5219304"/>
                </a:lnTo>
                <a:lnTo>
                  <a:pt x="634488" y="5261721"/>
                </a:lnTo>
                <a:lnTo>
                  <a:pt x="617237" y="5303964"/>
                </a:lnTo>
                <a:lnTo>
                  <a:pt x="599646" y="5346031"/>
                </a:lnTo>
                <a:lnTo>
                  <a:pt x="581717" y="5387920"/>
                </a:lnTo>
                <a:lnTo>
                  <a:pt x="563452" y="5429630"/>
                </a:lnTo>
                <a:lnTo>
                  <a:pt x="544853" y="5471158"/>
                </a:lnTo>
                <a:lnTo>
                  <a:pt x="525921" y="5512504"/>
                </a:lnTo>
                <a:lnTo>
                  <a:pt x="506658" y="5553666"/>
                </a:lnTo>
                <a:lnTo>
                  <a:pt x="487066" y="5594642"/>
                </a:lnTo>
                <a:lnTo>
                  <a:pt x="467146" y="5635429"/>
                </a:lnTo>
                <a:lnTo>
                  <a:pt x="446900" y="5676027"/>
                </a:lnTo>
                <a:lnTo>
                  <a:pt x="426330" y="5716434"/>
                </a:lnTo>
                <a:lnTo>
                  <a:pt x="405437" y="5756648"/>
                </a:lnTo>
                <a:lnTo>
                  <a:pt x="384224" y="5796667"/>
                </a:lnTo>
                <a:lnTo>
                  <a:pt x="362691" y="5836490"/>
                </a:lnTo>
                <a:lnTo>
                  <a:pt x="340841" y="5876114"/>
                </a:lnTo>
                <a:lnTo>
                  <a:pt x="318676" y="5915539"/>
                </a:lnTo>
                <a:lnTo>
                  <a:pt x="296196" y="5954763"/>
                </a:lnTo>
                <a:lnTo>
                  <a:pt x="273405" y="5993783"/>
                </a:lnTo>
                <a:lnTo>
                  <a:pt x="250302" y="6032598"/>
                </a:lnTo>
                <a:lnTo>
                  <a:pt x="226891" y="6071207"/>
                </a:lnTo>
                <a:lnTo>
                  <a:pt x="203172" y="6109608"/>
                </a:lnTo>
                <a:lnTo>
                  <a:pt x="179148" y="6147798"/>
                </a:lnTo>
                <a:lnTo>
                  <a:pt x="154821" y="6185777"/>
                </a:lnTo>
                <a:lnTo>
                  <a:pt x="130191" y="6223542"/>
                </a:lnTo>
                <a:lnTo>
                  <a:pt x="105261" y="6261093"/>
                </a:lnTo>
                <a:lnTo>
                  <a:pt x="80032" y="6298426"/>
                </a:lnTo>
                <a:lnTo>
                  <a:pt x="54506" y="6335541"/>
                </a:lnTo>
                <a:lnTo>
                  <a:pt x="28685" y="6372436"/>
                </a:lnTo>
                <a:lnTo>
                  <a:pt x="2571" y="6409108"/>
                </a:lnTo>
                <a:lnTo>
                  <a:pt x="0" y="6412658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 descr="Picture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1719"/>
            <a:ext cx="4446493" cy="1215808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662173" y="1632966"/>
            <a:ext cx="13315315" cy="1059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90"/>
              </a:spcBef>
            </a:pP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Vel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Tech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Rangarajan</a:t>
            </a:r>
            <a:r>
              <a:rPr sz="3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Dr.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Sagunthala</a:t>
            </a:r>
            <a:r>
              <a:rPr sz="3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R&amp;D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Institute</a:t>
            </a:r>
            <a:r>
              <a:rPr sz="3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200" b="0" spc="-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Science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  <a:p>
            <a:pPr marL="5080" algn="ctr">
              <a:lnSpc>
                <a:spcPts val="4315"/>
              </a:lnSpc>
            </a:pPr>
            <a:r>
              <a:rPr sz="3600" b="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8077" y="2515702"/>
            <a:ext cx="14479269" cy="446276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R="121920" algn="ctr">
              <a:lnSpc>
                <a:spcPct val="100000"/>
              </a:lnSpc>
              <a:spcBef>
                <a:spcPts val="1300"/>
              </a:spcBef>
            </a:pPr>
            <a:r>
              <a:rPr sz="3200" dirty="0">
                <a:latin typeface="Cambria"/>
                <a:cs typeface="Cambria"/>
              </a:rPr>
              <a:t>Department</a:t>
            </a:r>
            <a:r>
              <a:rPr sz="3200" spc="-7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of</a:t>
            </a:r>
            <a:r>
              <a:rPr sz="3200" spc="-10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Computer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Science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and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R="125095" algn="ctr">
              <a:lnSpc>
                <a:spcPct val="100000"/>
              </a:lnSpc>
              <a:spcBef>
                <a:spcPts val="1075"/>
              </a:spcBef>
            </a:pPr>
            <a:r>
              <a:rPr sz="2800" b="1" spc="225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5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65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6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 STACK</a:t>
            </a:r>
            <a:r>
              <a:rPr sz="2800" b="1" spc="32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0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0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4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29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0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  <a:p>
            <a:pPr marL="3813810" marR="5080" indent="-3801745">
              <a:lnSpc>
                <a:spcPct val="100000"/>
              </a:lnSpc>
              <a:spcBef>
                <a:spcPts val="1005"/>
              </a:spcBef>
            </a:pPr>
            <a:r>
              <a:rPr sz="3200">
                <a:solidFill>
                  <a:srgbClr val="0033CC"/>
                </a:solidFill>
                <a:latin typeface="Times New Roman"/>
                <a:cs typeface="Times New Roman"/>
              </a:rPr>
              <a:t>Design</a:t>
            </a:r>
            <a:r>
              <a:rPr sz="3200" spc="-65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3200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develop</a:t>
            </a:r>
            <a:r>
              <a:rPr sz="3200" spc="-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32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modern,</a:t>
            </a:r>
            <a:r>
              <a:rPr sz="3200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clean,</a:t>
            </a:r>
            <a:r>
              <a:rPr sz="3200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3200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responsive</a:t>
            </a:r>
            <a:r>
              <a:rPr sz="32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React</a:t>
            </a:r>
            <a:r>
              <a:rPr sz="32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JS</a:t>
            </a:r>
            <a:r>
              <a:rPr sz="3200" spc="-7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web</a:t>
            </a:r>
            <a:r>
              <a:rPr sz="32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application</a:t>
            </a:r>
            <a:r>
              <a:rPr sz="3200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for</a:t>
            </a:r>
            <a:r>
              <a:rPr sz="3200" spc="-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33CC"/>
                </a:solidFill>
                <a:latin typeface="Times New Roman"/>
                <a:cs typeface="Times New Roman"/>
              </a:rPr>
              <a:t>Ticket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Booking</a:t>
            </a:r>
            <a:r>
              <a:rPr sz="3200" spc="-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3200" spc="-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an</a:t>
            </a:r>
            <a:r>
              <a:rPr sz="3200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Internal</a:t>
            </a:r>
            <a:r>
              <a:rPr sz="3200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33CC"/>
                </a:solidFill>
                <a:latin typeface="Times New Roman"/>
                <a:cs typeface="Times New Roman"/>
              </a:rPr>
              <a:t>Department</a:t>
            </a:r>
            <a:r>
              <a:rPr sz="3200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33CC"/>
                </a:solidFill>
                <a:latin typeface="Times New Roman"/>
                <a:cs typeface="Times New Roman"/>
              </a:rPr>
              <a:t>Event.</a:t>
            </a:r>
            <a:endParaRPr sz="3200" dirty="0">
              <a:latin typeface="Times New Roman"/>
              <a:cs typeface="Times New Roman"/>
            </a:endParaRPr>
          </a:p>
          <a:p>
            <a:pPr marL="153035">
              <a:lnSpc>
                <a:spcPct val="100000"/>
              </a:lnSpc>
              <a:spcBef>
                <a:spcPts val="2605"/>
              </a:spcBef>
            </a:pPr>
            <a:r>
              <a:rPr sz="2000" dirty="0">
                <a:latin typeface="Cambria"/>
                <a:cs typeface="Cambria"/>
              </a:rPr>
              <a:t>SDG: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9-Industry,Innovation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Infrastructure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2718" y="7740680"/>
            <a:ext cx="6723380" cy="1336904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800" dirty="0">
                <a:latin typeface="Cambria"/>
                <a:cs typeface="Cambria"/>
              </a:rPr>
              <a:t>Presented</a:t>
            </a:r>
            <a:r>
              <a:rPr sz="2800" spc="-5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By: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US" sz="2800" dirty="0" err="1">
                <a:latin typeface="Cambria"/>
                <a:cs typeface="Cambria"/>
              </a:rPr>
              <a:t>K.SanjeevReddy</a:t>
            </a:r>
            <a:r>
              <a:rPr sz="2800" dirty="0">
                <a:latin typeface="Cambria"/>
                <a:cs typeface="Cambria"/>
              </a:rPr>
              <a:t>–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VTU2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5537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23UECS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0264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77389" y="7613319"/>
            <a:ext cx="4267200" cy="1871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sz="2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MAGESHWARI</a:t>
            </a:r>
            <a:r>
              <a:rPr sz="2800" spc="-10" dirty="0">
                <a:latin typeface="Cambria"/>
                <a:cs typeface="Cambria"/>
              </a:rPr>
              <a:t>.</a:t>
            </a:r>
            <a:r>
              <a:rPr lang="en-IN" sz="2800" spc="-10" dirty="0">
                <a:latin typeface="Cambria"/>
                <a:cs typeface="Cambria"/>
              </a:rPr>
              <a:t>M-</a:t>
            </a:r>
            <a:r>
              <a:rPr lang="en-IN" sz="2800" spc="-10" dirty="0" err="1">
                <a:latin typeface="Cambria"/>
                <a:cs typeface="Cambria"/>
              </a:rPr>
              <a:t>M.E,Ph.D</a:t>
            </a:r>
            <a:r>
              <a:rPr lang="en-IN" sz="2800" spc="-10" dirty="0">
                <a:latin typeface="Cambria"/>
                <a:cs typeface="Cambria"/>
              </a:rPr>
              <a:t>.</a:t>
            </a:r>
            <a:r>
              <a:rPr sz="2800" spc="-10" dirty="0">
                <a:latin typeface="Cambria"/>
                <a:cs typeface="Cambria"/>
              </a:rPr>
              <a:t> 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600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4333" y="2175764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8775" y="455599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8775" y="321576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8775" y="5224652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8775" y="38850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8775" y="5894070"/>
            <a:ext cx="146050" cy="229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43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88794" y="2093163"/>
            <a:ext cx="14632940" cy="50943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system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is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spc="-20" dirty="0">
                <a:latin typeface="Times New Roman"/>
                <a:cs typeface="Times New Roman"/>
              </a:rPr>
              <a:t>web-</a:t>
            </a:r>
            <a:r>
              <a:rPr lang="en-US" sz="3200" dirty="0">
                <a:latin typeface="Times New Roman"/>
                <a:cs typeface="Times New Roman"/>
              </a:rPr>
              <a:t>based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ticket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booking</a:t>
            </a:r>
            <a:r>
              <a:rPr lang="en-US" sz="3200" spc="-10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application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for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internal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department</a:t>
            </a:r>
            <a:r>
              <a:rPr lang="en-US" sz="3200" spc="1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events.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It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simplifies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digitizes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process</a:t>
            </a:r>
            <a:r>
              <a:rPr lang="en-US" sz="3200" spc="-4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of</a:t>
            </a:r>
            <a:r>
              <a:rPr lang="en-US" sz="3200" spc="-9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reserving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event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tickets.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application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reduces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manual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errors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saves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time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in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event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registration.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It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is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developed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using</a:t>
            </a:r>
            <a:r>
              <a:rPr lang="en-US" sz="3200" spc="-8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React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JS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for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building</a:t>
            </a:r>
            <a:r>
              <a:rPr lang="en-US" sz="3200" spc="-10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dynamic</a:t>
            </a:r>
            <a:r>
              <a:rPr lang="en-US" sz="3200" spc="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responsive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user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interface.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marR="1716405" indent="-457834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system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provides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features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like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event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listing,</a:t>
            </a:r>
            <a:r>
              <a:rPr lang="en-US" sz="3200" spc="-8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ticket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selection,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booking confirmation.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application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ensures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</a:t>
            </a:r>
            <a:r>
              <a:rPr lang="en-US" sz="3200" spc="-8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modern,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clean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design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works</a:t>
            </a:r>
            <a:r>
              <a:rPr lang="en-US" sz="3200" spc="-8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smoothly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across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all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devices.</a:t>
            </a:r>
            <a:endParaRPr lang="en-US"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7381" y="2871978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128" y="4537075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2128" y="3871086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03644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6000" y="2062438"/>
            <a:ext cx="14249400" cy="73096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265" indent="-456565">
              <a:lnSpc>
                <a:spcPct val="150000"/>
              </a:lnSpc>
              <a:spcBef>
                <a:spcPts val="90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departments still use manual or semi-automated systems for event ticket booking</a:t>
            </a:r>
            <a:r>
              <a:rPr lang="en-US" sz="3200" dirty="0"/>
              <a:t>. </a:t>
            </a:r>
            <a:r>
              <a:rPr sz="3200" dirty="0">
                <a:latin typeface="Times New Roman"/>
                <a:cs typeface="Times New Roman"/>
              </a:rPr>
              <a:t>Lack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centralized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managing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registrations.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entries.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outdated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non-responsive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r>
              <a:rPr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tabLst>
                <a:tab pos="469265" algn="l"/>
              </a:tabLs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3539744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3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4537075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4328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729229" y="1933194"/>
            <a:ext cx="11722735" cy="73096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992505" indent="-457200">
              <a:lnSpc>
                <a:spcPct val="150000"/>
              </a:lnSpc>
              <a:spcBef>
                <a:spcPts val="90"/>
              </a:spcBef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responsive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web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ticket booking.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simplify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automate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process.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user-</a:t>
            </a:r>
            <a:r>
              <a:rPr sz="3200" dirty="0">
                <a:latin typeface="Times New Roman"/>
                <a:cs typeface="Times New Roman"/>
              </a:rPr>
              <a:t>friendly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easy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navigation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real-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availability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updates.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errors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accuracy.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details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accessibility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across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multiple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devices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screen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sizes.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confirmation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users.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50000"/>
              </a:lnSpc>
              <a:spcBef>
                <a:spcPts val="5"/>
              </a:spcBef>
              <a:tabLst>
                <a:tab pos="469265" algn="l"/>
              </a:tabLst>
            </a:pP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4207510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4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57619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2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7981" y="1888085"/>
            <a:ext cx="14622296" cy="71519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5280" indent="-325755">
              <a:lnSpc>
                <a:spcPct val="150000"/>
              </a:lnSpc>
              <a:spcBef>
                <a:spcPts val="90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proposed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web-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developed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React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JS.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120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centralized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platform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internal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department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registrations.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view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details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online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120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offers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real-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availability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instant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confirmation.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features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clean,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responsive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secure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handling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storage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data.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work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minimizes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errors.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supports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users,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120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599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4879669"/>
            <a:ext cx="21717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5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342874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499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4096638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6098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128" y="5873622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6539610"/>
            <a:ext cx="14605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78901" y="-257556"/>
            <a:ext cx="5166995" cy="1879600"/>
            <a:chOff x="13378901" y="-257556"/>
            <a:chExt cx="5166995" cy="1879600"/>
          </a:xfrm>
        </p:grpSpPr>
        <p:sp>
          <p:nvSpPr>
            <p:cNvPr id="19" name="object 19"/>
            <p:cNvSpPr/>
            <p:nvPr/>
          </p:nvSpPr>
          <p:spPr>
            <a:xfrm>
              <a:off x="13636457" y="0"/>
              <a:ext cx="4652010" cy="1363980"/>
            </a:xfrm>
            <a:custGeom>
              <a:avLst/>
              <a:gdLst/>
              <a:ahLst/>
              <a:cxnLst/>
              <a:rect l="l" t="t" r="r" b="b"/>
              <a:pathLst>
                <a:path w="4652009" h="1363980">
                  <a:moveTo>
                    <a:pt x="4651543" y="1268136"/>
                  </a:moveTo>
                  <a:lnTo>
                    <a:pt x="4571495" y="1282690"/>
                  </a:lnTo>
                  <a:lnTo>
                    <a:pt x="4525276" y="1290513"/>
                  </a:lnTo>
                  <a:lnTo>
                    <a:pt x="4478927" y="1297951"/>
                  </a:lnTo>
                  <a:lnTo>
                    <a:pt x="4432450" y="1305002"/>
                  </a:lnTo>
                  <a:lnTo>
                    <a:pt x="4385846" y="1311664"/>
                  </a:lnTo>
                  <a:lnTo>
                    <a:pt x="4339117" y="1317935"/>
                  </a:lnTo>
                  <a:lnTo>
                    <a:pt x="4292266" y="1323814"/>
                  </a:lnTo>
                  <a:lnTo>
                    <a:pt x="4245293" y="1329299"/>
                  </a:lnTo>
                  <a:lnTo>
                    <a:pt x="4198200" y="1334388"/>
                  </a:lnTo>
                  <a:lnTo>
                    <a:pt x="4150989" y="1339080"/>
                  </a:lnTo>
                  <a:lnTo>
                    <a:pt x="4103661" y="1343373"/>
                  </a:lnTo>
                  <a:lnTo>
                    <a:pt x="4056220" y="1347265"/>
                  </a:lnTo>
                  <a:lnTo>
                    <a:pt x="4008665" y="1350755"/>
                  </a:lnTo>
                  <a:lnTo>
                    <a:pt x="3960999" y="1353841"/>
                  </a:lnTo>
                  <a:lnTo>
                    <a:pt x="3913223" y="1356520"/>
                  </a:lnTo>
                  <a:lnTo>
                    <a:pt x="3865340" y="1358792"/>
                  </a:lnTo>
                  <a:lnTo>
                    <a:pt x="3817351" y="1360655"/>
                  </a:lnTo>
                  <a:lnTo>
                    <a:pt x="3769257" y="1362107"/>
                  </a:lnTo>
                  <a:lnTo>
                    <a:pt x="3721061" y="1363146"/>
                  </a:lnTo>
                  <a:lnTo>
                    <a:pt x="3672763" y="1363771"/>
                  </a:lnTo>
                  <a:lnTo>
                    <a:pt x="3624367" y="1363979"/>
                  </a:lnTo>
                  <a:lnTo>
                    <a:pt x="3575970" y="1363771"/>
                  </a:lnTo>
                  <a:lnTo>
                    <a:pt x="3527672" y="1363146"/>
                  </a:lnTo>
                  <a:lnTo>
                    <a:pt x="3479476" y="1362107"/>
                  </a:lnTo>
                  <a:lnTo>
                    <a:pt x="3431382" y="1360655"/>
                  </a:lnTo>
                  <a:lnTo>
                    <a:pt x="3383393" y="1358792"/>
                  </a:lnTo>
                  <a:lnTo>
                    <a:pt x="3335510" y="1356520"/>
                  </a:lnTo>
                  <a:lnTo>
                    <a:pt x="3287734" y="1353841"/>
                  </a:lnTo>
                  <a:lnTo>
                    <a:pt x="3240068" y="1350755"/>
                  </a:lnTo>
                  <a:lnTo>
                    <a:pt x="3192514" y="1347265"/>
                  </a:lnTo>
                  <a:lnTo>
                    <a:pt x="3145072" y="1343373"/>
                  </a:lnTo>
                  <a:lnTo>
                    <a:pt x="3097744" y="1339080"/>
                  </a:lnTo>
                  <a:lnTo>
                    <a:pt x="3050534" y="1334388"/>
                  </a:lnTo>
                  <a:lnTo>
                    <a:pt x="3003441" y="1329299"/>
                  </a:lnTo>
                  <a:lnTo>
                    <a:pt x="2956467" y="1323814"/>
                  </a:lnTo>
                  <a:lnTo>
                    <a:pt x="2909616" y="1317935"/>
                  </a:lnTo>
                  <a:lnTo>
                    <a:pt x="2862887" y="1311664"/>
                  </a:lnTo>
                  <a:lnTo>
                    <a:pt x="2816283" y="1305002"/>
                  </a:lnTo>
                  <a:lnTo>
                    <a:pt x="2769806" y="1297951"/>
                  </a:lnTo>
                  <a:lnTo>
                    <a:pt x="2723457" y="1290513"/>
                  </a:lnTo>
                  <a:lnTo>
                    <a:pt x="2677238" y="1282690"/>
                  </a:lnTo>
                  <a:lnTo>
                    <a:pt x="2631151" y="1274483"/>
                  </a:lnTo>
                  <a:lnTo>
                    <a:pt x="2585196" y="1265894"/>
                  </a:lnTo>
                  <a:lnTo>
                    <a:pt x="2539377" y="1256925"/>
                  </a:lnTo>
                  <a:lnTo>
                    <a:pt x="2493695" y="1247577"/>
                  </a:lnTo>
                  <a:lnTo>
                    <a:pt x="2448151" y="1237852"/>
                  </a:lnTo>
                  <a:lnTo>
                    <a:pt x="2402748" y="1227752"/>
                  </a:lnTo>
                  <a:lnTo>
                    <a:pt x="2357486" y="1217278"/>
                  </a:lnTo>
                  <a:lnTo>
                    <a:pt x="2312368" y="1206433"/>
                  </a:lnTo>
                  <a:lnTo>
                    <a:pt x="2267395" y="1195217"/>
                  </a:lnTo>
                  <a:lnTo>
                    <a:pt x="2222569" y="1183633"/>
                  </a:lnTo>
                  <a:lnTo>
                    <a:pt x="2177891" y="1171683"/>
                  </a:lnTo>
                  <a:lnTo>
                    <a:pt x="2133364" y="1159367"/>
                  </a:lnTo>
                  <a:lnTo>
                    <a:pt x="2088990" y="1146688"/>
                  </a:lnTo>
                  <a:lnTo>
                    <a:pt x="2044769" y="1133648"/>
                  </a:lnTo>
                  <a:lnTo>
                    <a:pt x="2000703" y="1120247"/>
                  </a:lnTo>
                  <a:lnTo>
                    <a:pt x="1956795" y="1106489"/>
                  </a:lnTo>
                  <a:lnTo>
                    <a:pt x="1913045" y="1092374"/>
                  </a:lnTo>
                  <a:lnTo>
                    <a:pt x="1869456" y="1077904"/>
                  </a:lnTo>
                  <a:lnTo>
                    <a:pt x="1826030" y="1063081"/>
                  </a:lnTo>
                  <a:lnTo>
                    <a:pt x="1782767" y="1047907"/>
                  </a:lnTo>
                  <a:lnTo>
                    <a:pt x="1739670" y="1032383"/>
                  </a:lnTo>
                  <a:lnTo>
                    <a:pt x="1696741" y="1016511"/>
                  </a:lnTo>
                  <a:lnTo>
                    <a:pt x="1653981" y="1000292"/>
                  </a:lnTo>
                  <a:lnTo>
                    <a:pt x="1611391" y="983730"/>
                  </a:lnTo>
                  <a:lnTo>
                    <a:pt x="1568974" y="966824"/>
                  </a:lnTo>
                  <a:lnTo>
                    <a:pt x="1526731" y="949577"/>
                  </a:lnTo>
                  <a:lnTo>
                    <a:pt x="1484665" y="931991"/>
                  </a:lnTo>
                  <a:lnTo>
                    <a:pt x="1442775" y="914067"/>
                  </a:lnTo>
                  <a:lnTo>
                    <a:pt x="1401066" y="895807"/>
                  </a:lnTo>
                  <a:lnTo>
                    <a:pt x="1359537" y="877213"/>
                  </a:lnTo>
                  <a:lnTo>
                    <a:pt x="1318191" y="858286"/>
                  </a:lnTo>
                  <a:lnTo>
                    <a:pt x="1277029" y="839028"/>
                  </a:lnTo>
                  <a:lnTo>
                    <a:pt x="1236054" y="819441"/>
                  </a:lnTo>
                  <a:lnTo>
                    <a:pt x="1195266" y="799526"/>
                  </a:lnTo>
                  <a:lnTo>
                    <a:pt x="1154668" y="779285"/>
                  </a:lnTo>
                  <a:lnTo>
                    <a:pt x="1114261" y="758721"/>
                  </a:lnTo>
                  <a:lnTo>
                    <a:pt x="1074048" y="737834"/>
                  </a:lnTo>
                  <a:lnTo>
                    <a:pt x="1034028" y="716626"/>
                  </a:lnTo>
                  <a:lnTo>
                    <a:pt x="994206" y="695099"/>
                  </a:lnTo>
                  <a:lnTo>
                    <a:pt x="954581" y="673255"/>
                  </a:lnTo>
                  <a:lnTo>
                    <a:pt x="915156" y="651095"/>
                  </a:lnTo>
                  <a:lnTo>
                    <a:pt x="875933" y="628622"/>
                  </a:lnTo>
                  <a:lnTo>
                    <a:pt x="836912" y="605836"/>
                  </a:lnTo>
                  <a:lnTo>
                    <a:pt x="798097" y="582740"/>
                  </a:lnTo>
                  <a:lnTo>
                    <a:pt x="759488" y="559335"/>
                  </a:lnTo>
                  <a:lnTo>
                    <a:pt x="721088" y="535623"/>
                  </a:lnTo>
                  <a:lnTo>
                    <a:pt x="682897" y="511605"/>
                  </a:lnTo>
                  <a:lnTo>
                    <a:pt x="644918" y="487284"/>
                  </a:lnTo>
                  <a:lnTo>
                    <a:pt x="607153" y="462661"/>
                  </a:lnTo>
                  <a:lnTo>
                    <a:pt x="569603" y="437737"/>
                  </a:lnTo>
                  <a:lnTo>
                    <a:pt x="532269" y="412515"/>
                  </a:lnTo>
                  <a:lnTo>
                    <a:pt x="495154" y="386996"/>
                  </a:lnTo>
                  <a:lnTo>
                    <a:pt x="458260" y="361182"/>
                  </a:lnTo>
                  <a:lnTo>
                    <a:pt x="421587" y="335075"/>
                  </a:lnTo>
                  <a:lnTo>
                    <a:pt x="385138" y="308676"/>
                  </a:lnTo>
                  <a:lnTo>
                    <a:pt x="348914" y="281986"/>
                  </a:lnTo>
                  <a:lnTo>
                    <a:pt x="312917" y="255009"/>
                  </a:lnTo>
                  <a:lnTo>
                    <a:pt x="277149" y="227744"/>
                  </a:lnTo>
                  <a:lnTo>
                    <a:pt x="241611" y="200195"/>
                  </a:lnTo>
                  <a:lnTo>
                    <a:pt x="206306" y="172362"/>
                  </a:lnTo>
                  <a:lnTo>
                    <a:pt x="171234" y="144248"/>
                  </a:lnTo>
                  <a:lnTo>
                    <a:pt x="136398" y="115855"/>
                  </a:lnTo>
                  <a:lnTo>
                    <a:pt x="101799" y="87183"/>
                  </a:lnTo>
                  <a:lnTo>
                    <a:pt x="67439" y="58234"/>
                  </a:lnTo>
                  <a:lnTo>
                    <a:pt x="33320" y="29011"/>
                  </a:lnTo>
                  <a:lnTo>
                    <a:pt x="0" y="0"/>
                  </a:lnTo>
                </a:path>
              </a:pathLst>
            </a:custGeom>
            <a:ln w="515112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6" y="911352"/>
              <a:ext cx="947928" cy="234696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75" dirty="0"/>
              <a:t> </a:t>
            </a:r>
            <a:r>
              <a:rPr dirty="0"/>
              <a:t>SYSTEM</a:t>
            </a:r>
            <a:r>
              <a:rPr spc="-19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2059" y="2758727"/>
            <a:ext cx="6484609" cy="511181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963445" y="1926867"/>
            <a:ext cx="9244965" cy="60404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75945" indent="-34480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browser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mobile device.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0" dirty="0">
                <a:latin typeface="Times New Roman"/>
                <a:cs typeface="Times New Roman"/>
              </a:rPr>
              <a:t> interface.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requests.</a:t>
            </a:r>
            <a:endParaRPr sz="2400" dirty="0">
              <a:latin typeface="Times New Roman"/>
              <a:cs typeface="Times New Roman"/>
            </a:endParaRPr>
          </a:p>
          <a:p>
            <a:pPr marL="356235" indent="-343535">
              <a:lnSpc>
                <a:spcPct val="15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APIs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backend.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(MySQL)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system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provides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real-</a:t>
            </a:r>
            <a:r>
              <a:rPr lang="en-US" sz="2400" dirty="0">
                <a:latin typeface="Times New Roman"/>
                <a:cs typeface="Times New Roman"/>
              </a:rPr>
              <a:t>time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processing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updates.</a:t>
            </a:r>
            <a:endParaRPr lang="en-US" sz="2400" dirty="0">
              <a:latin typeface="Times New Roman"/>
              <a:cs typeface="Times New Roman"/>
            </a:endParaRPr>
          </a:p>
          <a:p>
            <a:pPr marL="356235" indent="-343535">
              <a:lnSpc>
                <a:spcPct val="150000"/>
              </a:lnSpc>
              <a:buFont typeface="Wingdings"/>
              <a:buChar char=""/>
              <a:tabLst>
                <a:tab pos="3562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Secure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handling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input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validation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are</a:t>
            </a:r>
            <a:r>
              <a:rPr lang="en-US" sz="2400" spc="-10" dirty="0">
                <a:latin typeface="Times New Roman"/>
                <a:cs typeface="Times New Roman"/>
              </a:rPr>
              <a:t> implemented.</a:t>
            </a:r>
            <a:endParaRPr lang="en-US"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architecture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supports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scalability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multiple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users.</a:t>
            </a:r>
            <a:endParaRPr lang="en-US"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system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consists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user,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frontend,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backend,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database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layers.</a:t>
            </a:r>
            <a:endParaRPr lang="en-US" sz="2400" dirty="0">
              <a:latin typeface="Times New Roman"/>
              <a:cs typeface="Times New Roman"/>
            </a:endParaRPr>
          </a:p>
          <a:p>
            <a:pPr marL="356235" indent="-343535">
              <a:lnSpc>
                <a:spcPct val="150000"/>
              </a:lnSpc>
              <a:buFont typeface="Wingdings"/>
              <a:buChar char=""/>
              <a:tabLst>
                <a:tab pos="3562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flows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from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user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→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frontend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→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backend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→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database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back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5543169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6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22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41194" y="1888363"/>
            <a:ext cx="10102215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" marR="5080" indent="-344805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workflow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begins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user </a:t>
            </a:r>
            <a:r>
              <a:rPr sz="2800" dirty="0">
                <a:latin typeface="Times New Roman"/>
                <a:cs typeface="Times New Roman"/>
              </a:rPr>
              <a:t>accesses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browser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mobile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device.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allowing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85998" y="3168472"/>
            <a:ext cx="97542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86510" algn="l"/>
                <a:tab pos="2042795" algn="l"/>
                <a:tab pos="3094355" algn="l"/>
                <a:tab pos="3496310" algn="l"/>
                <a:tab pos="5048250" algn="l"/>
                <a:tab pos="6148705" algn="l"/>
                <a:tab pos="7145655" algn="l"/>
                <a:tab pos="8620760" algn="l"/>
              </a:tabLst>
            </a:pPr>
            <a:r>
              <a:rPr sz="2800" spc="-10" dirty="0">
                <a:latin typeface="Times New Roman"/>
                <a:cs typeface="Times New Roman"/>
              </a:rPr>
              <a:t>browse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select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preferred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event.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Once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selected,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detailed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41194" y="3595878"/>
            <a:ext cx="10100945" cy="5148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" marR="7620" algn="just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1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1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venue</a:t>
            </a:r>
            <a:r>
              <a:rPr sz="2800" spc="114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is </a:t>
            </a:r>
            <a:r>
              <a:rPr sz="2800" spc="-10" dirty="0">
                <a:latin typeface="Times New Roman"/>
                <a:cs typeface="Times New Roman"/>
              </a:rPr>
              <a:t>presented.</a:t>
            </a:r>
            <a:endParaRPr sz="2800" dirty="0">
              <a:latin typeface="Times New Roman"/>
              <a:cs typeface="Times New Roman"/>
            </a:endParaRPr>
          </a:p>
          <a:p>
            <a:pPr marL="357505" marR="6350" indent="-34480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 proceeds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choose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tickets required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fills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form  with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necessary  details</a:t>
            </a:r>
            <a:r>
              <a:rPr sz="2800" spc="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contact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information.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submitting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form,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checks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availability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tickets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real-time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accurate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booking.</a:t>
            </a:r>
            <a:endParaRPr sz="2800" dirty="0">
              <a:latin typeface="Times New Roman"/>
              <a:cs typeface="Times New Roman"/>
            </a:endParaRPr>
          </a:p>
          <a:p>
            <a:pPr marL="357505" marR="5080" indent="-344805" algn="just">
              <a:lnSpc>
                <a:spcPct val="100000"/>
              </a:lnSpc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available,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stores </a:t>
            </a:r>
            <a:r>
              <a:rPr sz="2800" dirty="0">
                <a:latin typeface="Times New Roman"/>
                <a:cs typeface="Times New Roman"/>
              </a:rPr>
              <a:t>the  user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database.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this,</a:t>
            </a:r>
            <a:r>
              <a:rPr sz="2800" spc="15" dirty="0">
                <a:latin typeface="Times New Roman"/>
                <a:cs typeface="Times New Roman"/>
              </a:rPr>
              <a:t> 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confirmation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generated,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receipt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displayed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sent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via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email.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Finally,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19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ends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successful </a:t>
            </a:r>
            <a:r>
              <a:rPr sz="2800" dirty="0">
                <a:latin typeface="Times New Roman"/>
                <a:cs typeface="Times New Roman"/>
              </a:rPr>
              <a:t>completion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booking,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5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later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needed.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2628" y="1848993"/>
            <a:ext cx="4925568" cy="7388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6201231"/>
            <a:ext cx="21717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7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58341" y="7202551"/>
            <a:ext cx="146050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18567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245" dirty="0"/>
              <a:t> </a:t>
            </a:r>
            <a:r>
              <a:rPr spc="-20" dirty="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117674" y="1665116"/>
            <a:ext cx="13541375" cy="6398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React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dynamic, responsive,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interactive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interface.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HTML5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application.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CSS3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styling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modern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layout.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JavaScript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client-</a:t>
            </a:r>
            <a:r>
              <a:rPr sz="2800" dirty="0">
                <a:latin typeface="Times New Roman"/>
                <a:cs typeface="Times New Roman"/>
              </a:rPr>
              <a:t>side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interactions.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Node.js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backend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server-</a:t>
            </a:r>
            <a:r>
              <a:rPr sz="2800" dirty="0">
                <a:latin typeface="Times New Roman"/>
                <a:cs typeface="Times New Roman"/>
              </a:rPr>
              <a:t>side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processing.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Express.js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Framework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RESTful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APIs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MySQL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Database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REST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API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Enables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communication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frontend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backend.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Git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GitHub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version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VS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Code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environment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write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code.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6878828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8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6094933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002789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3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28343" y="1000793"/>
            <a:ext cx="15212523" cy="89839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User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endParaRPr sz="2800" dirty="0">
              <a:latin typeface="Times New Roman"/>
              <a:cs typeface="Times New Roman"/>
            </a:endParaRPr>
          </a:p>
          <a:p>
            <a:pPr marL="356870" marR="709295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user-</a:t>
            </a:r>
            <a:r>
              <a:rPr sz="2800" dirty="0">
                <a:latin typeface="Times New Roman"/>
                <a:cs typeface="Times New Roman"/>
              </a:rPr>
              <a:t>related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functionalities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registration,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profile </a:t>
            </a:r>
            <a:r>
              <a:rPr sz="2800" dirty="0">
                <a:latin typeface="Times New Roman"/>
                <a:cs typeface="Times New Roman"/>
              </a:rPr>
              <a:t>management.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authenticated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</a:p>
          <a:p>
            <a:pPr marL="356235" indent="-343535">
              <a:lnSpc>
                <a:spcPct val="15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800" b="1" dirty="0">
                <a:latin typeface="Times New Roman"/>
                <a:cs typeface="Times New Roman"/>
              </a:rPr>
              <a:t>Event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endParaRPr sz="2800" dirty="0">
              <a:latin typeface="Times New Roman"/>
              <a:cs typeface="Times New Roman"/>
            </a:endParaRPr>
          </a:p>
          <a:p>
            <a:pPr marL="356870" marR="421640">
              <a:lnSpc>
                <a:spcPct val="15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responsible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creating,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updating,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displaying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information.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 </a:t>
            </a:r>
            <a:r>
              <a:rPr sz="2800" dirty="0">
                <a:latin typeface="Times New Roman"/>
                <a:cs typeface="Times New Roman"/>
              </a:rPr>
              <a:t>includes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venue,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tickets</a:t>
            </a: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Booking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endParaRPr sz="2800" dirty="0">
              <a:latin typeface="Times New Roman"/>
              <a:cs typeface="Times New Roman"/>
            </a:endParaRPr>
          </a:p>
          <a:p>
            <a:pPr marL="356870" marR="5080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process.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select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tickets, </a:t>
            </a:r>
            <a:r>
              <a:rPr sz="2800" dirty="0">
                <a:latin typeface="Times New Roman"/>
                <a:cs typeface="Times New Roman"/>
              </a:rPr>
              <a:t>enter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checks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availability,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25" dirty="0">
                <a:latin typeface="Times New Roman"/>
                <a:cs typeface="Times New Roman"/>
              </a:rPr>
              <a:t> the </a:t>
            </a:r>
            <a:r>
              <a:rPr sz="2800" dirty="0">
                <a:latin typeface="Times New Roman"/>
                <a:cs typeface="Times New Roman"/>
              </a:rPr>
              <a:t>request,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generates booking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confirmation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successful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completion.</a:t>
            </a:r>
            <a:endParaRPr sz="28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Admin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endParaRPr sz="2800" dirty="0">
              <a:latin typeface="Times New Roman"/>
              <a:cs typeface="Times New Roman"/>
            </a:endParaRPr>
          </a:p>
          <a:p>
            <a:pPr marL="356870" marR="680720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entire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system.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Administrators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</a:t>
            </a:r>
            <a:r>
              <a:rPr sz="2800" spc="-25" dirty="0">
                <a:latin typeface="Times New Roman"/>
                <a:cs typeface="Times New Roman"/>
              </a:rPr>
              <a:t> or </a:t>
            </a:r>
            <a:r>
              <a:rPr sz="2800" dirty="0">
                <a:latin typeface="Times New Roman"/>
                <a:cs typeface="Times New Roman"/>
              </a:rPr>
              <a:t>modify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monitor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bookings, 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users.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maintaining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 </a:t>
            </a:r>
            <a:r>
              <a:rPr sz="2800" dirty="0">
                <a:latin typeface="Times New Roman"/>
                <a:cs typeface="Times New Roman"/>
              </a:rPr>
              <a:t>efficiently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smooth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operation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application.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738" y="4091381"/>
            <a:ext cx="194945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Arial"/>
                <a:cs typeface="Arial"/>
              </a:rPr>
              <a:t>8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93594" y="1964258"/>
            <a:ext cx="14469110" cy="179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Home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page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home page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venue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attractive layout.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“Book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Now” button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quick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DAE96B-754C-E7AD-6D24-463630E53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538" y="4091381"/>
            <a:ext cx="12230862" cy="52383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1801494"/>
            <a:ext cx="3837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6944">
              <a:lnSpc>
                <a:spcPts val="258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Ticket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Booking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Page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1739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8522" y="4091381"/>
            <a:ext cx="608965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8(A)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36863" y="2182857"/>
            <a:ext cx="1287145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user-</a:t>
            </a:r>
            <a:r>
              <a:rPr sz="2800" dirty="0">
                <a:latin typeface="Times New Roman"/>
                <a:cs typeface="Times New Roman"/>
              </a:rPr>
              <a:t>friendly interface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efficiently.</a:t>
            </a:r>
            <a:endParaRPr sz="2800" dirty="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 proper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record</a:t>
            </a:r>
            <a:r>
              <a:rPr sz="2800" spc="-10" dirty="0">
                <a:latin typeface="Times New Roman"/>
                <a:cs typeface="Times New Roman"/>
              </a:rPr>
              <a:t> management.</a:t>
            </a:r>
            <a:endParaRPr sz="2800" dirty="0">
              <a:latin typeface="Times New Roman"/>
              <a:cs typeface="Times New Roman"/>
            </a:endParaRPr>
          </a:p>
          <a:p>
            <a:pPr marL="4445">
              <a:lnSpc>
                <a:spcPct val="100000"/>
              </a:lnSpc>
              <a:buSzPct val="95833"/>
              <a:tabLst>
                <a:tab pos="118745" algn="l"/>
              </a:tabLst>
            </a:pPr>
            <a:r>
              <a:rPr sz="2800" spc="-2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4F2F4D-00A3-F6EE-2385-DF4ECD7B6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648" y="4350116"/>
            <a:ext cx="13098703" cy="5212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2426" y="4091381"/>
            <a:ext cx="618490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8(B)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572892" y="1846833"/>
            <a:ext cx="1345819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18795" indent="-457834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booking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confirmation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status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indicating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been </a:t>
            </a:r>
            <a:r>
              <a:rPr sz="2800" dirty="0">
                <a:latin typeface="Times New Roman"/>
                <a:cs typeface="Times New Roman"/>
              </a:rPr>
              <a:t>successfully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booked.</a:t>
            </a:r>
            <a:endParaRPr sz="28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tickets,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unique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ID.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confirmation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message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home </a:t>
            </a:r>
            <a:r>
              <a:rPr sz="2800" spc="-10" dirty="0">
                <a:latin typeface="Times New Roman"/>
                <a:cs typeface="Times New Roman"/>
              </a:rPr>
              <a:t>page.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7E1140-D530-5484-62BA-D803EB4CF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203" y="4229100"/>
            <a:ext cx="10707594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22426" y="4759274"/>
            <a:ext cx="618490" cy="3396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8(C)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70913" y="1739595"/>
            <a:ext cx="46361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Calibri"/>
                <a:cs typeface="Calibri"/>
              </a:rPr>
              <a:t>Output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Page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(Live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Dashboard)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0913" y="2605786"/>
            <a:ext cx="1458976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 dashboard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overview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activities,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total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total </a:t>
            </a:r>
            <a:r>
              <a:rPr sz="2800" dirty="0">
                <a:latin typeface="Times New Roman"/>
                <a:cs typeface="Times New Roman"/>
              </a:rPr>
              <a:t>tickets,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top-performing</a:t>
            </a:r>
            <a:r>
              <a:rPr sz="2800" spc="-10" dirty="0">
                <a:latin typeface="Times New Roman"/>
                <a:cs typeface="Times New Roman"/>
              </a:rPr>
              <a:t> department.</a:t>
            </a:r>
            <a:endParaRPr sz="2800" dirty="0">
              <a:latin typeface="Times New Roman"/>
              <a:cs typeface="Times New Roman"/>
            </a:endParaRPr>
          </a:p>
          <a:p>
            <a:pPr marL="469900" marR="198120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 displays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records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ID, user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department,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</a:t>
            </a:r>
            <a:r>
              <a:rPr sz="2800" dirty="0">
                <a:latin typeface="Times New Roman"/>
                <a:cs typeface="Times New Roman"/>
              </a:rPr>
              <a:t>tickets,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table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format.</a:t>
            </a:r>
            <a:endParaRPr sz="28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dashboard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search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feature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quickly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specific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bookings.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78A51D2-C3E0-DA6E-29AD-58DB0F368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123" y="4766690"/>
            <a:ext cx="10945753" cy="50250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C996-6B57-CAC4-579A-9E1218A1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495300"/>
            <a:ext cx="11126469" cy="738664"/>
          </a:xfrm>
        </p:spPr>
        <p:txBody>
          <a:bodyPr/>
          <a:lstStyle/>
          <a:p>
            <a:r>
              <a:rPr lang="en-IN" dirty="0"/>
              <a:t>IMPLEMENTATION</a:t>
            </a:r>
            <a:r>
              <a:rPr lang="en-IN" spc="-45" dirty="0"/>
              <a:t> </a:t>
            </a:r>
            <a:r>
              <a:rPr lang="en-IN" spc="-10" dirty="0"/>
              <a:t>SCREENSHOTS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7039E-5366-9043-D9D1-D74C02C0A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634" y="1485900"/>
            <a:ext cx="15697200" cy="3570208"/>
          </a:xfrm>
        </p:spPr>
        <p:txBody>
          <a:bodyPr/>
          <a:lstStyle/>
          <a:p>
            <a:r>
              <a:rPr lang="en-US" b="1" dirty="0"/>
              <a:t>Database  Screenshot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The users table stores essential details such as name, email, encrypted password, department, and role (admin/user).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It helps manage authentication and authorization for both participants and administrators in the ticket booking system.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9223D-8FE9-F659-55C1-7DACDE2B8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533900"/>
            <a:ext cx="14630399" cy="543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8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7546593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9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6094933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665530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6762698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1027175"/>
            <a:ext cx="2284730" cy="8202295"/>
            <a:chOff x="16312895" y="1027175"/>
            <a:chExt cx="2284730" cy="820229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5" y="1027175"/>
              <a:ext cx="947928" cy="2377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786859" y="1370120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7549807"/>
                  </a:moveTo>
                  <a:lnTo>
                    <a:pt x="1454574" y="7499987"/>
                  </a:lnTo>
                  <a:lnTo>
                    <a:pt x="1424269" y="7466847"/>
                  </a:lnTo>
                  <a:lnTo>
                    <a:pt x="1394232" y="7433460"/>
                  </a:lnTo>
                  <a:lnTo>
                    <a:pt x="1364464" y="7399827"/>
                  </a:lnTo>
                  <a:lnTo>
                    <a:pt x="1334968" y="7365950"/>
                  </a:lnTo>
                  <a:lnTo>
                    <a:pt x="1305745" y="7331831"/>
                  </a:lnTo>
                  <a:lnTo>
                    <a:pt x="1276796" y="7297471"/>
                  </a:lnTo>
                  <a:lnTo>
                    <a:pt x="1248124" y="7262872"/>
                  </a:lnTo>
                  <a:lnTo>
                    <a:pt x="1219731" y="7228036"/>
                  </a:lnTo>
                  <a:lnTo>
                    <a:pt x="1191617" y="7192964"/>
                  </a:lnTo>
                  <a:lnTo>
                    <a:pt x="1163784" y="7157659"/>
                  </a:lnTo>
                  <a:lnTo>
                    <a:pt x="1136235" y="7122121"/>
                  </a:lnTo>
                  <a:lnTo>
                    <a:pt x="1108970" y="7086353"/>
                  </a:lnTo>
                  <a:lnTo>
                    <a:pt x="1081993" y="7050356"/>
                  </a:lnTo>
                  <a:lnTo>
                    <a:pt x="1055303" y="7014132"/>
                  </a:lnTo>
                  <a:lnTo>
                    <a:pt x="1028904" y="6977683"/>
                  </a:lnTo>
                  <a:lnTo>
                    <a:pt x="1002797" y="6941010"/>
                  </a:lnTo>
                  <a:lnTo>
                    <a:pt x="976983" y="6904116"/>
                  </a:lnTo>
                  <a:lnTo>
                    <a:pt x="951464" y="6867001"/>
                  </a:lnTo>
                  <a:lnTo>
                    <a:pt x="926242" y="6829667"/>
                  </a:lnTo>
                  <a:lnTo>
                    <a:pt x="901318" y="6792117"/>
                  </a:lnTo>
                  <a:lnTo>
                    <a:pt x="876695" y="6754352"/>
                  </a:lnTo>
                  <a:lnTo>
                    <a:pt x="852374" y="6716373"/>
                  </a:lnTo>
                  <a:lnTo>
                    <a:pt x="828356" y="6678182"/>
                  </a:lnTo>
                  <a:lnTo>
                    <a:pt x="804644" y="6639782"/>
                  </a:lnTo>
                  <a:lnTo>
                    <a:pt x="781239" y="6601173"/>
                  </a:lnTo>
                  <a:lnTo>
                    <a:pt x="758143" y="6562358"/>
                  </a:lnTo>
                  <a:lnTo>
                    <a:pt x="735357" y="6523337"/>
                  </a:lnTo>
                  <a:lnTo>
                    <a:pt x="712884" y="6484114"/>
                  </a:lnTo>
                  <a:lnTo>
                    <a:pt x="690724" y="6444689"/>
                  </a:lnTo>
                  <a:lnTo>
                    <a:pt x="668880" y="6405064"/>
                  </a:lnTo>
                  <a:lnTo>
                    <a:pt x="647353" y="6365242"/>
                  </a:lnTo>
                  <a:lnTo>
                    <a:pt x="626145" y="6325222"/>
                  </a:lnTo>
                  <a:lnTo>
                    <a:pt x="605258" y="6285009"/>
                  </a:lnTo>
                  <a:lnTo>
                    <a:pt x="584694" y="6244602"/>
                  </a:lnTo>
                  <a:lnTo>
                    <a:pt x="564453" y="6204004"/>
                  </a:lnTo>
                  <a:lnTo>
                    <a:pt x="544538" y="6163216"/>
                  </a:lnTo>
                  <a:lnTo>
                    <a:pt x="524951" y="6122241"/>
                  </a:lnTo>
                  <a:lnTo>
                    <a:pt x="505693" y="6081079"/>
                  </a:lnTo>
                  <a:lnTo>
                    <a:pt x="486766" y="6039733"/>
                  </a:lnTo>
                  <a:lnTo>
                    <a:pt x="468172" y="5998204"/>
                  </a:lnTo>
                  <a:lnTo>
                    <a:pt x="449912" y="5956494"/>
                  </a:lnTo>
                  <a:lnTo>
                    <a:pt x="431988" y="5914605"/>
                  </a:lnTo>
                  <a:lnTo>
                    <a:pt x="414402" y="5872539"/>
                  </a:lnTo>
                  <a:lnTo>
                    <a:pt x="397155" y="5830296"/>
                  </a:lnTo>
                  <a:lnTo>
                    <a:pt x="380249" y="5787879"/>
                  </a:lnTo>
                  <a:lnTo>
                    <a:pt x="363687" y="5745289"/>
                  </a:lnTo>
                  <a:lnTo>
                    <a:pt x="347468" y="5702529"/>
                  </a:lnTo>
                  <a:lnTo>
                    <a:pt x="331596" y="5659600"/>
                  </a:lnTo>
                  <a:lnTo>
                    <a:pt x="316072" y="5616503"/>
                  </a:lnTo>
                  <a:lnTo>
                    <a:pt x="300898" y="5573240"/>
                  </a:lnTo>
                  <a:lnTo>
                    <a:pt x="286075" y="5529814"/>
                  </a:lnTo>
                  <a:lnTo>
                    <a:pt x="271605" y="5486225"/>
                  </a:lnTo>
                  <a:lnTo>
                    <a:pt x="257490" y="5442475"/>
                  </a:lnTo>
                  <a:lnTo>
                    <a:pt x="243732" y="5398567"/>
                  </a:lnTo>
                  <a:lnTo>
                    <a:pt x="230331" y="5354501"/>
                  </a:lnTo>
                  <a:lnTo>
                    <a:pt x="217291" y="5310280"/>
                  </a:lnTo>
                  <a:lnTo>
                    <a:pt x="204612" y="5265905"/>
                  </a:lnTo>
                  <a:lnTo>
                    <a:pt x="192296" y="5221379"/>
                  </a:lnTo>
                  <a:lnTo>
                    <a:pt x="180346" y="5176701"/>
                  </a:lnTo>
                  <a:lnTo>
                    <a:pt x="168762" y="5131875"/>
                  </a:lnTo>
                  <a:lnTo>
                    <a:pt x="157546" y="5086902"/>
                  </a:lnTo>
                  <a:lnTo>
                    <a:pt x="146701" y="5041784"/>
                  </a:lnTo>
                  <a:lnTo>
                    <a:pt x="136227" y="4996522"/>
                  </a:lnTo>
                  <a:lnTo>
                    <a:pt x="126127" y="4951119"/>
                  </a:lnTo>
                  <a:lnTo>
                    <a:pt x="116402" y="4905575"/>
                  </a:lnTo>
                  <a:lnTo>
                    <a:pt x="107054" y="4859893"/>
                  </a:lnTo>
                  <a:lnTo>
                    <a:pt x="98085" y="4814074"/>
                  </a:lnTo>
                  <a:lnTo>
                    <a:pt x="89496" y="4768119"/>
                  </a:lnTo>
                  <a:lnTo>
                    <a:pt x="81289" y="4722032"/>
                  </a:lnTo>
                  <a:lnTo>
                    <a:pt x="73466" y="4675813"/>
                  </a:lnTo>
                  <a:lnTo>
                    <a:pt x="66028" y="4629464"/>
                  </a:lnTo>
                  <a:lnTo>
                    <a:pt x="58977" y="4582987"/>
                  </a:lnTo>
                  <a:lnTo>
                    <a:pt x="52315" y="4536383"/>
                  </a:lnTo>
                  <a:lnTo>
                    <a:pt x="46044" y="4489654"/>
                  </a:lnTo>
                  <a:lnTo>
                    <a:pt x="40165" y="4442802"/>
                  </a:lnTo>
                  <a:lnTo>
                    <a:pt x="34680" y="4395829"/>
                  </a:lnTo>
                  <a:lnTo>
                    <a:pt x="29591" y="4348736"/>
                  </a:lnTo>
                  <a:lnTo>
                    <a:pt x="24899" y="4301525"/>
                  </a:lnTo>
                  <a:lnTo>
                    <a:pt x="20606" y="4254198"/>
                  </a:lnTo>
                  <a:lnTo>
                    <a:pt x="16714" y="4206756"/>
                  </a:lnTo>
                  <a:lnTo>
                    <a:pt x="13224" y="4159202"/>
                  </a:lnTo>
                  <a:lnTo>
                    <a:pt x="10138" y="4111536"/>
                  </a:lnTo>
                  <a:lnTo>
                    <a:pt x="7459" y="4063760"/>
                  </a:lnTo>
                  <a:lnTo>
                    <a:pt x="5187" y="4015877"/>
                  </a:lnTo>
                  <a:lnTo>
                    <a:pt x="3324" y="3967888"/>
                  </a:lnTo>
                  <a:lnTo>
                    <a:pt x="1872" y="3919794"/>
                  </a:lnTo>
                  <a:lnTo>
                    <a:pt x="833" y="3871597"/>
                  </a:lnTo>
                  <a:lnTo>
                    <a:pt x="208" y="3823300"/>
                  </a:lnTo>
                  <a:lnTo>
                    <a:pt x="0" y="3774903"/>
                  </a:lnTo>
                  <a:lnTo>
                    <a:pt x="208" y="3726507"/>
                  </a:lnTo>
                  <a:lnTo>
                    <a:pt x="833" y="3678209"/>
                  </a:lnTo>
                  <a:lnTo>
                    <a:pt x="1872" y="3630013"/>
                  </a:lnTo>
                  <a:lnTo>
                    <a:pt x="3324" y="3581919"/>
                  </a:lnTo>
                  <a:lnTo>
                    <a:pt x="5187" y="3533930"/>
                  </a:lnTo>
                  <a:lnTo>
                    <a:pt x="7459" y="3486046"/>
                  </a:lnTo>
                  <a:lnTo>
                    <a:pt x="10138" y="3438271"/>
                  </a:lnTo>
                  <a:lnTo>
                    <a:pt x="13224" y="3390605"/>
                  </a:lnTo>
                  <a:lnTo>
                    <a:pt x="16714" y="3343050"/>
                  </a:lnTo>
                  <a:lnTo>
                    <a:pt x="20606" y="3295608"/>
                  </a:lnTo>
                  <a:lnTo>
                    <a:pt x="24899" y="3248281"/>
                  </a:lnTo>
                  <a:lnTo>
                    <a:pt x="29591" y="3201070"/>
                  </a:lnTo>
                  <a:lnTo>
                    <a:pt x="34680" y="3153977"/>
                  </a:lnTo>
                  <a:lnTo>
                    <a:pt x="40165" y="3107004"/>
                  </a:lnTo>
                  <a:lnTo>
                    <a:pt x="46044" y="3060152"/>
                  </a:lnTo>
                  <a:lnTo>
                    <a:pt x="52315" y="3013424"/>
                  </a:lnTo>
                  <a:lnTo>
                    <a:pt x="58977" y="2966820"/>
                  </a:lnTo>
                  <a:lnTo>
                    <a:pt x="66028" y="2920343"/>
                  </a:lnTo>
                  <a:lnTo>
                    <a:pt x="73466" y="2873994"/>
                  </a:lnTo>
                  <a:lnTo>
                    <a:pt x="81289" y="2827775"/>
                  </a:lnTo>
                  <a:lnTo>
                    <a:pt x="89496" y="2781687"/>
                  </a:lnTo>
                  <a:lnTo>
                    <a:pt x="98085" y="2735733"/>
                  </a:lnTo>
                  <a:lnTo>
                    <a:pt x="107054" y="2689914"/>
                  </a:lnTo>
                  <a:lnTo>
                    <a:pt x="116402" y="2644232"/>
                  </a:lnTo>
                  <a:lnTo>
                    <a:pt x="126127" y="2598688"/>
                  </a:lnTo>
                  <a:lnTo>
                    <a:pt x="136227" y="2553284"/>
                  </a:lnTo>
                  <a:lnTo>
                    <a:pt x="146701" y="2508023"/>
                  </a:lnTo>
                  <a:lnTo>
                    <a:pt x="157546" y="2462904"/>
                  </a:lnTo>
                  <a:lnTo>
                    <a:pt x="168762" y="2417931"/>
                  </a:lnTo>
                  <a:lnTo>
                    <a:pt x="180346" y="2373105"/>
                  </a:lnTo>
                  <a:lnTo>
                    <a:pt x="192296" y="2328428"/>
                  </a:lnTo>
                  <a:lnTo>
                    <a:pt x="204612" y="2283901"/>
                  </a:lnTo>
                  <a:lnTo>
                    <a:pt x="217291" y="2239526"/>
                  </a:lnTo>
                  <a:lnTo>
                    <a:pt x="230331" y="2195305"/>
                  </a:lnTo>
                  <a:lnTo>
                    <a:pt x="243732" y="2151240"/>
                  </a:lnTo>
                  <a:lnTo>
                    <a:pt x="257490" y="2107331"/>
                  </a:lnTo>
                  <a:lnTo>
                    <a:pt x="271605" y="2063582"/>
                  </a:lnTo>
                  <a:lnTo>
                    <a:pt x="286075" y="2019993"/>
                  </a:lnTo>
                  <a:lnTo>
                    <a:pt x="300898" y="1976567"/>
                  </a:lnTo>
                  <a:lnTo>
                    <a:pt x="316072" y="1933304"/>
                  </a:lnTo>
                  <a:lnTo>
                    <a:pt x="331596" y="1890207"/>
                  </a:lnTo>
                  <a:lnTo>
                    <a:pt x="347468" y="1847278"/>
                  </a:lnTo>
                  <a:lnTo>
                    <a:pt x="363687" y="1804517"/>
                  </a:lnTo>
                  <a:lnTo>
                    <a:pt x="380249" y="1761928"/>
                  </a:lnTo>
                  <a:lnTo>
                    <a:pt x="397155" y="1719511"/>
                  </a:lnTo>
                  <a:lnTo>
                    <a:pt x="414402" y="1677268"/>
                  </a:lnTo>
                  <a:lnTo>
                    <a:pt x="431988" y="1635201"/>
                  </a:lnTo>
                  <a:lnTo>
                    <a:pt x="449912" y="1593312"/>
                  </a:lnTo>
                  <a:lnTo>
                    <a:pt x="468172" y="1551602"/>
                  </a:lnTo>
                  <a:lnTo>
                    <a:pt x="486766" y="1510074"/>
                  </a:lnTo>
                  <a:lnTo>
                    <a:pt x="505693" y="1468728"/>
                  </a:lnTo>
                  <a:lnTo>
                    <a:pt x="524951" y="1427566"/>
                  </a:lnTo>
                  <a:lnTo>
                    <a:pt x="544538" y="1386591"/>
                  </a:lnTo>
                  <a:lnTo>
                    <a:pt x="564453" y="1345803"/>
                  </a:lnTo>
                  <a:lnTo>
                    <a:pt x="584694" y="1305205"/>
                  </a:lnTo>
                  <a:lnTo>
                    <a:pt x="605258" y="1264798"/>
                  </a:lnTo>
                  <a:lnTo>
                    <a:pt x="626145" y="1224584"/>
                  </a:lnTo>
                  <a:lnTo>
                    <a:pt x="647353" y="1184565"/>
                  </a:lnTo>
                  <a:lnTo>
                    <a:pt x="668880" y="1144742"/>
                  </a:lnTo>
                  <a:lnTo>
                    <a:pt x="690724" y="1105118"/>
                  </a:lnTo>
                  <a:lnTo>
                    <a:pt x="712884" y="1065693"/>
                  </a:lnTo>
                  <a:lnTo>
                    <a:pt x="735357" y="1026469"/>
                  </a:lnTo>
                  <a:lnTo>
                    <a:pt x="758143" y="987449"/>
                  </a:lnTo>
                  <a:lnTo>
                    <a:pt x="781239" y="948634"/>
                  </a:lnTo>
                  <a:lnTo>
                    <a:pt x="804644" y="910025"/>
                  </a:lnTo>
                  <a:lnTo>
                    <a:pt x="828356" y="871624"/>
                  </a:lnTo>
                  <a:lnTo>
                    <a:pt x="852374" y="833434"/>
                  </a:lnTo>
                  <a:lnTo>
                    <a:pt x="876695" y="795455"/>
                  </a:lnTo>
                  <a:lnTo>
                    <a:pt x="901318" y="757690"/>
                  </a:lnTo>
                  <a:lnTo>
                    <a:pt x="926242" y="720139"/>
                  </a:lnTo>
                  <a:lnTo>
                    <a:pt x="951464" y="682806"/>
                  </a:lnTo>
                  <a:lnTo>
                    <a:pt x="976983" y="645691"/>
                  </a:lnTo>
                  <a:lnTo>
                    <a:pt x="1002797" y="608796"/>
                  </a:lnTo>
                  <a:lnTo>
                    <a:pt x="1028904" y="572124"/>
                  </a:lnTo>
                  <a:lnTo>
                    <a:pt x="1055303" y="535674"/>
                  </a:lnTo>
                  <a:lnTo>
                    <a:pt x="1081993" y="499450"/>
                  </a:lnTo>
                  <a:lnTo>
                    <a:pt x="1108970" y="463454"/>
                  </a:lnTo>
                  <a:lnTo>
                    <a:pt x="1136235" y="427686"/>
                  </a:lnTo>
                  <a:lnTo>
                    <a:pt x="1163784" y="392148"/>
                  </a:lnTo>
                  <a:lnTo>
                    <a:pt x="1191617" y="356842"/>
                  </a:lnTo>
                  <a:lnTo>
                    <a:pt x="1219731" y="321771"/>
                  </a:lnTo>
                  <a:lnTo>
                    <a:pt x="1248124" y="286935"/>
                  </a:lnTo>
                  <a:lnTo>
                    <a:pt x="1276796" y="252336"/>
                  </a:lnTo>
                  <a:lnTo>
                    <a:pt x="1305745" y="217976"/>
                  </a:lnTo>
                  <a:lnTo>
                    <a:pt x="1334968" y="183857"/>
                  </a:lnTo>
                  <a:lnTo>
                    <a:pt x="1364464" y="149980"/>
                  </a:lnTo>
                  <a:lnTo>
                    <a:pt x="1394232" y="116347"/>
                  </a:lnTo>
                  <a:lnTo>
                    <a:pt x="1424269" y="82960"/>
                  </a:lnTo>
                  <a:lnTo>
                    <a:pt x="1454574" y="49820"/>
                  </a:lnTo>
                  <a:lnTo>
                    <a:pt x="1485145" y="16930"/>
                  </a:lnTo>
                  <a:lnTo>
                    <a:pt x="1501140" y="0"/>
                  </a:lnTo>
                </a:path>
              </a:pathLst>
            </a:custGeom>
            <a:ln w="618744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60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187067" y="1283030"/>
            <a:ext cx="2579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Advantages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spc="-50" dirty="0">
                <a:latin typeface="Times New Roman"/>
                <a:cs typeface="Times New Roman"/>
              </a:rPr>
              <a:t>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xfrm>
            <a:off x="2187067" y="2383612"/>
            <a:ext cx="10198735" cy="31516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Provides</a:t>
            </a:r>
            <a:r>
              <a:rPr sz="2800" spc="-65" dirty="0"/>
              <a:t> </a:t>
            </a:r>
            <a:r>
              <a:rPr sz="2800" dirty="0"/>
              <a:t>a</a:t>
            </a:r>
            <a:r>
              <a:rPr sz="2800" spc="-55" dirty="0"/>
              <a:t> </a:t>
            </a:r>
            <a:r>
              <a:rPr sz="2800" dirty="0"/>
              <a:t>fast</a:t>
            </a:r>
            <a:r>
              <a:rPr sz="2800" spc="-65" dirty="0"/>
              <a:t> </a:t>
            </a:r>
            <a:r>
              <a:rPr sz="2800" dirty="0"/>
              <a:t>and</a:t>
            </a:r>
            <a:r>
              <a:rPr sz="2800" spc="-50" dirty="0"/>
              <a:t> </a:t>
            </a:r>
            <a:r>
              <a:rPr sz="2800" dirty="0"/>
              <a:t>easy</a:t>
            </a:r>
            <a:r>
              <a:rPr sz="2800" spc="-30" dirty="0"/>
              <a:t> </a:t>
            </a:r>
            <a:r>
              <a:rPr sz="2800" dirty="0"/>
              <a:t>ticket</a:t>
            </a:r>
            <a:r>
              <a:rPr sz="2800" spc="-60" dirty="0"/>
              <a:t> </a:t>
            </a:r>
            <a:r>
              <a:rPr sz="2800" dirty="0"/>
              <a:t>booking</a:t>
            </a:r>
            <a:r>
              <a:rPr sz="2800" spc="-90" dirty="0"/>
              <a:t> </a:t>
            </a:r>
            <a:r>
              <a:rPr sz="2800" spc="-10" dirty="0"/>
              <a:t>process.</a:t>
            </a:r>
          </a:p>
          <a:p>
            <a:pPr marL="469900" indent="-457200"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Reduces</a:t>
            </a:r>
            <a:r>
              <a:rPr sz="2800" spc="-100" dirty="0"/>
              <a:t> </a:t>
            </a:r>
            <a:r>
              <a:rPr sz="2800" dirty="0"/>
              <a:t>manual</a:t>
            </a:r>
            <a:r>
              <a:rPr sz="2800" spc="-65" dirty="0"/>
              <a:t> </a:t>
            </a:r>
            <a:r>
              <a:rPr sz="2800" dirty="0"/>
              <a:t>work</a:t>
            </a:r>
            <a:r>
              <a:rPr sz="2800" spc="-114" dirty="0"/>
              <a:t> </a:t>
            </a:r>
            <a:r>
              <a:rPr sz="2800" dirty="0"/>
              <a:t>and</a:t>
            </a:r>
            <a:r>
              <a:rPr sz="2800" spc="-110" dirty="0"/>
              <a:t> </a:t>
            </a:r>
            <a:r>
              <a:rPr sz="2800" dirty="0"/>
              <a:t>minimizes</a:t>
            </a:r>
            <a:r>
              <a:rPr sz="2800" spc="-15" dirty="0"/>
              <a:t> </a:t>
            </a:r>
            <a:r>
              <a:rPr sz="2800" dirty="0"/>
              <a:t>human</a:t>
            </a:r>
            <a:r>
              <a:rPr sz="2800" spc="-60" dirty="0"/>
              <a:t> </a:t>
            </a:r>
            <a:r>
              <a:rPr sz="2800" spc="-10" dirty="0"/>
              <a:t>errors.</a:t>
            </a:r>
          </a:p>
          <a:p>
            <a:pPr marL="469900" indent="-457200"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Offers</a:t>
            </a:r>
            <a:r>
              <a:rPr sz="2800" spc="-80" dirty="0"/>
              <a:t> </a:t>
            </a:r>
            <a:r>
              <a:rPr sz="2800" spc="-20" dirty="0"/>
              <a:t>real-</a:t>
            </a:r>
            <a:r>
              <a:rPr sz="2800" dirty="0"/>
              <a:t>time</a:t>
            </a:r>
            <a:r>
              <a:rPr sz="2800" spc="25" dirty="0"/>
              <a:t> </a:t>
            </a:r>
            <a:r>
              <a:rPr sz="2800" dirty="0"/>
              <a:t>ticket</a:t>
            </a:r>
            <a:r>
              <a:rPr sz="2800" spc="-75" dirty="0"/>
              <a:t> </a:t>
            </a:r>
            <a:r>
              <a:rPr sz="2800" dirty="0"/>
              <a:t>availability</a:t>
            </a:r>
            <a:r>
              <a:rPr sz="2800" spc="-50" dirty="0"/>
              <a:t> </a:t>
            </a:r>
            <a:r>
              <a:rPr sz="2800" dirty="0"/>
              <a:t>and</a:t>
            </a:r>
            <a:r>
              <a:rPr sz="2800" spc="-70" dirty="0"/>
              <a:t> </a:t>
            </a:r>
            <a:r>
              <a:rPr sz="2800" dirty="0"/>
              <a:t>instant</a:t>
            </a:r>
            <a:r>
              <a:rPr sz="2800" spc="-75" dirty="0"/>
              <a:t> </a:t>
            </a:r>
            <a:r>
              <a:rPr sz="2800" spc="-10" dirty="0"/>
              <a:t>confirmation.</a:t>
            </a:r>
          </a:p>
          <a:p>
            <a:pPr marL="469900" indent="-457200"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spc="-25" dirty="0"/>
              <a:t>User-</a:t>
            </a:r>
            <a:r>
              <a:rPr sz="2800" dirty="0"/>
              <a:t>friendly</a:t>
            </a:r>
            <a:r>
              <a:rPr sz="2800" spc="-30" dirty="0"/>
              <a:t> </a:t>
            </a:r>
            <a:r>
              <a:rPr sz="2800" dirty="0"/>
              <a:t>and</a:t>
            </a:r>
            <a:r>
              <a:rPr sz="2800" spc="-45" dirty="0"/>
              <a:t> </a:t>
            </a:r>
            <a:r>
              <a:rPr sz="2800" dirty="0"/>
              <a:t>responsive</a:t>
            </a:r>
            <a:r>
              <a:rPr sz="2800" spc="-50" dirty="0"/>
              <a:t> </a:t>
            </a:r>
            <a:r>
              <a:rPr sz="2800" dirty="0"/>
              <a:t>design</a:t>
            </a:r>
            <a:r>
              <a:rPr sz="2800" spc="-40" dirty="0"/>
              <a:t> </a:t>
            </a:r>
            <a:r>
              <a:rPr sz="2800" dirty="0"/>
              <a:t>for</a:t>
            </a:r>
            <a:r>
              <a:rPr sz="2800" spc="-90" dirty="0"/>
              <a:t> </a:t>
            </a:r>
            <a:r>
              <a:rPr sz="2800" dirty="0"/>
              <a:t>all</a:t>
            </a:r>
            <a:r>
              <a:rPr sz="2800" spc="-40" dirty="0"/>
              <a:t> </a:t>
            </a:r>
            <a:r>
              <a:rPr sz="2800" spc="-10" dirty="0"/>
              <a:t>devices.</a:t>
            </a:r>
          </a:p>
          <a:p>
            <a:pPr marL="469900" indent="-457200"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Centralized</a:t>
            </a:r>
            <a:r>
              <a:rPr sz="2800" spc="-75" dirty="0"/>
              <a:t> </a:t>
            </a:r>
            <a:r>
              <a:rPr sz="2800" dirty="0"/>
              <a:t>system</a:t>
            </a:r>
            <a:r>
              <a:rPr sz="2800" spc="-55" dirty="0"/>
              <a:t> </a:t>
            </a:r>
            <a:r>
              <a:rPr sz="2800" dirty="0"/>
              <a:t>for</a:t>
            </a:r>
            <a:r>
              <a:rPr sz="2800" spc="-120" dirty="0"/>
              <a:t> </a:t>
            </a:r>
            <a:r>
              <a:rPr sz="2800" dirty="0"/>
              <a:t>managing</a:t>
            </a:r>
            <a:r>
              <a:rPr sz="2800" spc="-30" dirty="0"/>
              <a:t> </a:t>
            </a:r>
            <a:r>
              <a:rPr sz="2800" dirty="0"/>
              <a:t>events</a:t>
            </a:r>
            <a:r>
              <a:rPr sz="2800" spc="-90" dirty="0"/>
              <a:t> </a:t>
            </a:r>
            <a:r>
              <a:rPr sz="2800" dirty="0"/>
              <a:t>and</a:t>
            </a:r>
            <a:r>
              <a:rPr sz="2800" spc="-80" dirty="0"/>
              <a:t> </a:t>
            </a:r>
            <a:r>
              <a:rPr sz="2800" spc="-10" dirty="0"/>
              <a:t>bookings.</a:t>
            </a:r>
          </a:p>
          <a:p>
            <a:pPr marL="469900" indent="-457200"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Enables</a:t>
            </a:r>
            <a:r>
              <a:rPr sz="2800" spc="-80" dirty="0"/>
              <a:t> </a:t>
            </a:r>
            <a:r>
              <a:rPr sz="2800" dirty="0"/>
              <a:t>easy</a:t>
            </a:r>
            <a:r>
              <a:rPr sz="2800" spc="-65" dirty="0"/>
              <a:t> </a:t>
            </a:r>
            <a:r>
              <a:rPr sz="2800" dirty="0"/>
              <a:t>tracking</a:t>
            </a:r>
            <a:r>
              <a:rPr sz="2800" spc="-85" dirty="0"/>
              <a:t> </a:t>
            </a:r>
            <a:r>
              <a:rPr sz="2800" dirty="0"/>
              <a:t>and</a:t>
            </a:r>
            <a:r>
              <a:rPr sz="2800" spc="-80" dirty="0"/>
              <a:t> </a:t>
            </a:r>
            <a:r>
              <a:rPr sz="2800" dirty="0"/>
              <a:t>management of</a:t>
            </a:r>
            <a:r>
              <a:rPr sz="2800" spc="-105" dirty="0"/>
              <a:t> </a:t>
            </a:r>
            <a:r>
              <a:rPr sz="2800" dirty="0"/>
              <a:t>booking</a:t>
            </a:r>
            <a:r>
              <a:rPr sz="2800" spc="-110" dirty="0"/>
              <a:t> </a:t>
            </a:r>
            <a:r>
              <a:rPr sz="2800" spc="-10" dirty="0"/>
              <a:t>records.</a:t>
            </a:r>
          </a:p>
          <a:p>
            <a:pPr marL="12700">
              <a:lnSpc>
                <a:spcPts val="4310"/>
              </a:lnSpc>
            </a:pPr>
            <a:r>
              <a:rPr sz="2800" b="1" dirty="0">
                <a:latin typeface="Times New Roman"/>
                <a:cs typeface="Times New Roman"/>
              </a:rPr>
              <a:t>Limitations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7067" y="5747264"/>
            <a:ext cx="9787890" cy="26590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Requires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internet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connection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Dependent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performance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availability.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Limited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features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payment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included.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risks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properly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implemented.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Initial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setup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technical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expertise.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maintenance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regularly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17311" y="4029964"/>
            <a:ext cx="6722109" cy="1715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100" i="1" dirty="0">
                <a:solidFill>
                  <a:srgbClr val="181818"/>
                </a:solidFill>
                <a:latin typeface="Palatino Linotype"/>
                <a:cs typeface="Palatino Linotype"/>
              </a:rPr>
              <a:t>Thank</a:t>
            </a:r>
            <a:r>
              <a:rPr sz="11100" i="1" spc="-320" dirty="0">
                <a:solidFill>
                  <a:srgbClr val="181818"/>
                </a:solidFill>
                <a:latin typeface="Palatino Linotype"/>
                <a:cs typeface="Palatino Linotype"/>
              </a:rPr>
              <a:t> </a:t>
            </a:r>
            <a:r>
              <a:rPr sz="11100" i="1" spc="-25" dirty="0">
                <a:solidFill>
                  <a:srgbClr val="181818"/>
                </a:solidFill>
                <a:latin typeface="Palatino Linotype"/>
                <a:cs typeface="Palatino Linotype"/>
              </a:rPr>
              <a:t>you</a:t>
            </a:r>
            <a:endParaRPr sz="1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1515</Words>
  <Application>Microsoft Office PowerPoint</Application>
  <PresentationFormat>Custom</PresentationFormat>
  <Paragraphs>268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Arial MT</vt:lpstr>
      <vt:lpstr>Calibri</vt:lpstr>
      <vt:lpstr>Cambria</vt:lpstr>
      <vt:lpstr>Palatino Linotype</vt:lpstr>
      <vt:lpstr>Times New Roman</vt:lpstr>
      <vt:lpstr>Wingdings</vt:lpstr>
      <vt:lpstr>Office Theme</vt:lpstr>
      <vt:lpstr>Vel Tech Rangarajan Dr. Sagunthala R&amp;D Institute of Science and Technology 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Pallavi Yenuganti</dc:creator>
  <cp:lastModifiedBy>sanjeev reddy</cp:lastModifiedBy>
  <cp:revision>5</cp:revision>
  <dcterms:created xsi:type="dcterms:W3CDTF">2026-05-05T15:54:55Z</dcterms:created>
  <dcterms:modified xsi:type="dcterms:W3CDTF">2026-05-06T04:09:09Z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2026-05-05T00:00:00Z</vt:filetime>
  </property>
  <property fmtid="{D5CDD505-2E9C-101B-9397-08002B2CF9AE}" pid="6" name="Producer">
    <vt:lpwstr>www.ilovepdf.com</vt:lpwstr>
  </property>
</Properties>
</file>